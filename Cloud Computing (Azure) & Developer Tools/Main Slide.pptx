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docMetadata/LabelInfo.xml" ContentType="application/xml"/>
  <Override PartName="/ppt/presentation.xml" ContentType="application/vnd.openxmlformats-officedocument.presentationml.presentation.main+xml"/>
  <Override PartName="/ppt/slideMasters/_rels/slideMaster33.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33.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63.xml" ContentType="application/vnd.openxmlformats-officedocument.theme+xml"/>
  <Override PartName="/ppt/slideLayouts/slideLayout56.xml" ContentType="application/vnd.openxmlformats-officedocument.presentationml.slideLayout+xml"/>
  <Override PartName="/ppt/slideLayouts/slideLayout55.xml" ContentType="application/vnd.openxmlformats-officedocument.presentationml.slideLayout+xml"/>
  <Override PartName="/ppt/slideLayouts/slideLayout54.xml" ContentType="application/vnd.openxmlformats-officedocument.presentationml.slideLayout+xml"/>
  <Override PartName="/ppt/slideLayouts/slideLayout48.xml" ContentType="application/vnd.openxmlformats-officedocument.presentationml.slideLayout+xml"/>
  <Override PartName="/ppt/slideLayouts/slideLayout11.xml" ContentType="application/vnd.openxmlformats-officedocument.presentationml.slideLayout+xml"/>
  <Override PartName="/ppt/slideLayouts/slideLayout28.xml" ContentType="application/vnd.openxmlformats-officedocument.presentationml.slideLayout+xml"/>
  <Override PartName="/ppt/slideLayouts/slideLayout47.xml" ContentType="application/vnd.openxmlformats-officedocument.presentationml.slideLayout+xml"/>
  <Override PartName="/ppt/slideLayouts/slideLayout10.xml" ContentType="application/vnd.openxmlformats-officedocument.presentationml.slideLayout+xml"/>
  <Override PartName="/ppt/slideLayouts/slideLayout27.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9.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slideLayouts/slideLayout62.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61.xml" ContentType="application/vnd.openxmlformats-officedocument.presentationml.slideLayout+xml"/>
  <Override PartName="/ppt/slideLayouts/slideLayout19.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21.xml" ContentType="application/vnd.openxmlformats-officedocument.presentationml.slideLayout+xml"/>
  <Override PartName="/ppt/slideLayouts/slideLayout58.xml" ContentType="application/vnd.openxmlformats-officedocument.presentationml.slideLayout+xml"/>
  <Override PartName="/ppt/slideLayouts/slideLayout60.xml" ContentType="application/vnd.openxmlformats-officedocument.presentationml.slideLayout+xml"/>
  <Override PartName="/ppt/slideLayouts/slideLayout18.xml" ContentType="application/vnd.openxmlformats-officedocument.presentationml.slideLayout+xml"/>
  <Override PartName="/ppt/slideLayouts/slideLayout57.xml" ContentType="application/vnd.openxmlformats-officedocument.presentationml.slideLayout+xml"/>
  <Override PartName="/ppt/slideLayouts/slideLayout5.xml" ContentType="application/vnd.openxmlformats-officedocument.presentationml.slideLayout+xml"/>
  <Override PartName="/ppt/slideLayouts/slideLayout20.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29.xml" ContentType="application/vnd.openxmlformats-officedocument.presentationml.slideLayout+xml"/>
  <Override PartName="/ppt/slideLayouts/slideLayout22.xml" ContentType="application/vnd.openxmlformats-officedocument.presentationml.slideLayout+xml"/>
  <Override PartName="/ppt/slideLayouts/slideLayout7.xml" ContentType="application/vnd.openxmlformats-officedocument.presentationml.slideLayout+xml"/>
  <Override PartName="/ppt/slideLayouts/slideLayout50.xml" ContentType="application/vnd.openxmlformats-officedocument.presentationml.slideLayout+xml"/>
  <Override PartName="/ppt/slideLayouts/slideLayout12.xml" ContentType="application/vnd.openxmlformats-officedocument.presentationml.slideLayout+xml"/>
  <Override PartName="/ppt/slideLayouts/slideLayout49.xml" ContentType="application/vnd.openxmlformats-officedocument.presentationml.slideLayout+xml"/>
  <Override PartName="/ppt/slideLayouts/slideLayout23.xml" ContentType="application/vnd.openxmlformats-officedocument.presentationml.slideLayout+xml"/>
  <Override PartName="/ppt/slideLayouts/slideLayout8.xml" ContentType="application/vnd.openxmlformats-officedocument.presentationml.slideLayout+xml"/>
  <Override PartName="/ppt/slideLayouts/slideLayout51.xml" ContentType="application/vnd.openxmlformats-officedocument.presentationml.slideLayout+xml"/>
  <Override PartName="/ppt/slideLayouts/slideLayout13.xml" ContentType="application/vnd.openxmlformats-officedocument.presentationml.slideLayout+xml"/>
  <Override PartName="/ppt/slideLayouts/slideLayout24.xml" ContentType="application/vnd.openxmlformats-officedocument.presentationml.slideLayout+xml"/>
  <Override PartName="/ppt/slideLayouts/slideLayout9.xml" ContentType="application/vnd.openxmlformats-officedocument.presentationml.slideLayout+xml"/>
  <Override PartName="/ppt/slideLayouts/slideLayout52.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_rels/slideLayout53.xml.rels" ContentType="application/vnd.openxmlformats-package.relationships+xml"/>
  <Override PartName="/ppt/slideLayouts/_rels/slideLayout45.xml.rels" ContentType="application/vnd.openxmlformats-package.relationships+xml"/>
  <Override PartName="/ppt/slideLayouts/_rels/slideLayout44.xml.rels" ContentType="application/vnd.openxmlformats-package.relationships+xml"/>
  <Override PartName="/ppt/slideLayouts/_rels/slideLayout58.xml.rels" ContentType="application/vnd.openxmlformats-package.relationships+xml"/>
  <Override PartName="/ppt/slideLayouts/_rels/slideLayout60.xml.rels" ContentType="application/vnd.openxmlformats-package.relationships+xml"/>
  <Override PartName="/ppt/slideLayouts/_rels/slideLayout18.xml.rels" ContentType="application/vnd.openxmlformats-package.relationships+xml"/>
  <Override PartName="/ppt/slideLayouts/_rels/slideLayout57.xml.rels" ContentType="application/vnd.openxmlformats-package.relationships+xml"/>
  <Override PartName="/ppt/slideLayouts/_rels/slideLayout20.xml.rels" ContentType="application/vnd.openxmlformats-package.relationships+xml"/>
  <Override PartName="/ppt/slideLayouts/_rels/slideLayout59.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47.xml.rels" ContentType="application/vnd.openxmlformats-package.relationships+xml"/>
  <Override PartName="/ppt/slideLayouts/_rels/slideLayout10.xml.rels" ContentType="application/vnd.openxmlformats-package.relationships+xml"/>
  <Override PartName="/ppt/slideLayouts/_rels/slideLayout61.xml.rels" ContentType="application/vnd.openxmlformats-package.relationships+xml"/>
  <Override PartName="/ppt/slideLayouts/_rels/slideLayout19.xml.rels" ContentType="application/vnd.openxmlformats-package.relationships+xml"/>
  <Override PartName="/ppt/slideLayouts/_rels/slideLayout15.xml.rels" ContentType="application/vnd.openxmlformats-package.relationships+xml"/>
  <Override PartName="/ppt/slideLayouts/_rels/slideLayout7.xml.rels" ContentType="application/vnd.openxmlformats-package.relationships+xml"/>
  <Override PartName="/ppt/slideLayouts/_rels/slideLayout27.xml.rels" ContentType="application/vnd.openxmlformats-package.relationships+xml"/>
  <Override PartName="/ppt/slideLayouts/_rels/slideLayout56.xml.rels" ContentType="application/vnd.openxmlformats-package.relationships+xml"/>
  <Override PartName="/ppt/slideLayouts/_rels/slideLayout55.xml.rels" ContentType="application/vnd.openxmlformats-package.relationships+xml"/>
  <Override PartName="/ppt/slideLayouts/_rels/slideLayout54.xml.rels" ContentType="application/vnd.openxmlformats-package.relationships+xml"/>
  <Override PartName="/ppt/slideLayouts/_rels/slideLayout11.xml.rels" ContentType="application/vnd.openxmlformats-package.relationships+xml"/>
  <Override PartName="/ppt/slideLayouts/_rels/slideLayout48.xml.rels" ContentType="application/vnd.openxmlformats-package.relationships+xml"/>
  <Override PartName="/ppt/slideLayouts/_rels/slideLayout12.xml.rels" ContentType="application/vnd.openxmlformats-package.relationships+xml"/>
  <Override PartName="/ppt/slideLayouts/_rels/slideLayout49.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26.xml.rels" ContentType="application/vnd.openxmlformats-package.relationships+xml"/>
  <Override PartName="/ppt/slideLayouts/_rels/slideLayout39.xml.rels" ContentType="application/vnd.openxmlformats-package.relationships+xml"/>
  <Override PartName="/ppt/slideLayouts/_rels/slideLayout13.xml.rels" ContentType="application/vnd.openxmlformats-package.relationships+xml"/>
  <Override PartName="/ppt/slideLayouts/_rels/slideLayout62.xml.rels" ContentType="application/vnd.openxmlformats-package.relationships+xml"/>
  <Override PartName="/ppt/slideLayouts/_rels/slideLayout5.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_rels/slideLayout46.xml.rels" ContentType="application/vnd.openxmlformats-package.relationships+xml"/>
  <Override PartName="/ppt/slideLayouts/_rels/slideLayout17.xml.rels" ContentType="application/vnd.openxmlformats-package.relationships+xml"/>
  <Override PartName="/ppt/slideLayouts/_rels/slideLayout16.xml.rels" ContentType="application/vnd.openxmlformats-package.relationships+xml"/>
  <Override PartName="/ppt/slideLayouts/_rels/slideLayout8.xml.rels" ContentType="application/vnd.openxmlformats-package.relationships+xml"/>
  <Override PartName="/ppt/slideLayouts/_rels/slideLayout28.xml.rels" ContentType="application/vnd.openxmlformats-package.relationships+xml"/>
  <Override PartName="/ppt/slideLayouts/_rels/slideLayout9.xml.rels" ContentType="application/vnd.openxmlformats-package.relationships+xml"/>
  <Override PartName="/ppt/slideLayouts/_rels/slideLayout29.xml.rels" ContentType="application/vnd.openxmlformats-package.relationships+xml"/>
  <Override PartName="/ppt/slideLayouts/_rels/slideLayout50.xml.rels" ContentType="application/vnd.openxmlformats-package.relationships+xml"/>
  <Override PartName="/ppt/slideLayouts/_rels/slideLayout3.xml.rels" ContentType="application/vnd.openxmlformats-package.relationships+xml"/>
  <Override PartName="/ppt/slideLayouts/_rels/slideLayout23.xml.rels" ContentType="application/vnd.openxmlformats-package.relationships+xml"/>
  <Override PartName="/ppt/slideLayouts/_rels/slideLayout51.xml.rels" ContentType="application/vnd.openxmlformats-package.relationships+xml"/>
  <Override PartName="/ppt/slideLayouts/_rels/slideLayout4.xml.rels" ContentType="application/vnd.openxmlformats-package.relationships+xml"/>
  <Override PartName="/ppt/slideLayouts/_rels/slideLayout24.xml.rels" ContentType="application/vnd.openxmlformats-package.relationships+xml"/>
  <Override PartName="/ppt/slideLayouts/_rels/slideLayout52.xml.rels" ContentType="application/vnd.openxmlformats-package.relationships+xml"/>
  <Override PartName="/ppt/slideLayouts/_rels/slideLayout30.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33.xml.rels" ContentType="application/vnd.openxmlformats-package.relationships+xml"/>
  <Override PartName="/ppt/slideLayouts/_rels/slideLayout34.xml.rels" ContentType="application/vnd.openxmlformats-package.relationships+xml"/>
  <Override PartName="/ppt/slideLayouts/_rels/slideLayout35.xml.rels" ContentType="application/vnd.openxmlformats-package.relationships+xml"/>
  <Override PartName="/ppt/slideLayouts/_rels/slideLayout36.xml.rels" ContentType="application/vnd.openxmlformats-package.relationships+xml"/>
  <Override PartName="/ppt/slideLayouts/_rels/slideLayout37.xml.rels" ContentType="application/vnd.openxmlformats-package.relationships+xml"/>
  <Override PartName="/ppt/slideLayouts/_rels/slideLayout38.xml.rels" ContentType="application/vnd.openxmlformats-package.relationships+xml"/>
  <Override PartName="/ppt/slideLayouts/_rels/slideLayout40.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53.xml" ContentType="application/vnd.openxmlformats-officedocument.presentationml.slideLayout+xml"/>
  <Override PartName="/ppt/_rels/presentation.xml.rels" ContentType="application/vnd.openxmlformats-package.relationships+xml"/>
  <Override PartName="/ppt/media/image9.png" ContentType="image/png"/>
  <Override PartName="/ppt/media/image18.png" ContentType="image/png"/>
  <Override PartName="/ppt/media/image20.png" ContentType="image/png"/>
  <Override PartName="/ppt/media/image8.png" ContentType="image/png"/>
  <Override PartName="/ppt/media/image17.png" ContentType="image/png"/>
  <Override PartName="/ppt/media/image12.jpeg" ContentType="image/jpeg"/>
  <Override PartName="/ppt/media/image11.png" ContentType="image/png"/>
  <Override PartName="/ppt/media/image2.png" ContentType="image/png"/>
  <Override PartName="/ppt/media/image7.png" ContentType="image/png"/>
  <Override PartName="/ppt/media/image16.png" ContentType="image/png"/>
  <Override PartName="/ppt/media/image23.png" ContentType="image/png"/>
  <Override PartName="/ppt/media/image22.png" ContentType="image/png"/>
  <Override PartName="/ppt/media/image10.png" ContentType="image/png"/>
  <Override PartName="/ppt/media/image13.jpeg" ContentType="image/jpeg"/>
  <Override PartName="/ppt/media/image21.png" ContentType="image/png"/>
  <Override PartName="/ppt/media/image19.png" ContentType="image/png"/>
  <Override PartName="/ppt/media/image3.png" ContentType="image/png"/>
  <Override PartName="/ppt/media/image1.wmf" ContentType="image/x-wmf"/>
  <Override PartName="/ppt/media/image4.jpeg" ContentType="image/jpeg"/>
  <Override PartName="/ppt/media/image5.png" ContentType="image/png"/>
  <Override PartName="/ppt/media/image14.png" ContentType="image/png"/>
  <Override PartName="/ppt/media/image6.png" ContentType="image/png"/>
  <Override PartName="/ppt/media/image15.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27.xml.rels" ContentType="application/vnd.openxmlformats-package.relationships+xml"/>
  <Override PartName="/ppt/slides/_rels/slide6.xml.rels" ContentType="application/vnd.openxmlformats-package.relationships+xml"/>
  <Override PartName="/ppt/slides/_rels/slide23.xml.rels" ContentType="application/vnd.openxmlformats-package.relationships+xml"/>
  <Override PartName="/ppt/slides/_rels/slide35.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notesSlides/_rels/notesSlide2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22.xml.rels" ContentType="application/vnd.openxmlformats-package.relationships+xml"/>
  <Override PartName="/ppt/notesSlides/_rels/notesSlide34.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33.xml.rels" ContentType="application/vnd.openxmlformats-package.relationships+xml"/>
  <Override PartName="/ppt/notesSlides/_rels/notesSlide32.xml.rels" ContentType="application/vnd.openxmlformats-package.relationships+xml"/>
  <Override PartName="/ppt/notesSlides/_rels/notesSlide31.xml.rels" ContentType="application/vnd.openxmlformats-package.relationships+xml"/>
  <Override PartName="/ppt/notesSlides/_rels/notesSlide29.xml.rels" ContentType="application/vnd.openxmlformats-package.relationships+xml"/>
  <Override PartName="/ppt/notesSlides/_rels/notesSlide30.xml.rels" ContentType="application/vnd.openxmlformats-package.relationships+xml"/>
  <Override PartName="/ppt/notesSlides/_rels/notesSlide28.xml.rels" ContentType="application/vnd.openxmlformats-package.relationships+xml"/>
  <Override PartName="/ppt/notesSlides/_rels/notesSlide24.xml.rels" ContentType="application/vnd.openxmlformats-package.relationships+xml"/>
  <Override PartName="/ppt/notesSlides/_rels/notesSlide9.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35.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27.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20.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30.xml" ContentType="application/vnd.openxmlformats-officedocument.presentationml.notesSlide+xml"/>
  <Override PartName="/ppt/notesSlides/notesSlide28.xml" ContentType="application/vnd.openxmlformats-officedocument.presentationml.notesSlide+xml"/>
  <Override PartName="/ppt/notesSlides/notesSlide2.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11.xml" ContentType="application/vnd.openxmlformats-officedocument.presentationml.notesSlide+xml"/>
  <Override PartName="/ppt/notesSlides/notesSlide35.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20.xml" ContentType="application/vnd.openxmlformats-officedocument.presentationml.notesSlide+xml"/>
  <Override PartName="/ppt/notesSlides/notesSlide5.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2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microsoft.com/office/2020/02/relationships/classificationlabels" Target="docMetadata/LabelInfo.xml"/><Relationship Id="rId8"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8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6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2"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770" strike="noStrike" u="none">
                <a:solidFill>
                  <a:schemeClr val="dk1"/>
                </a:solidFill>
                <a:effectLst/>
                <a:uFillTx/>
                <a:latin typeface="Segoe UI"/>
              </a:rPr>
              <a:t>Click to move the slide</a:t>
            </a:r>
            <a:endParaRPr b="0" lang="en-US" sz="1770" strike="noStrike" u="none">
              <a:solidFill>
                <a:schemeClr val="dk1"/>
              </a:solidFill>
              <a:effectLst/>
              <a:uFillTx/>
              <a:latin typeface="Segoe UI"/>
            </a:endParaRPr>
          </a:p>
        </p:txBody>
      </p:sp>
      <p:sp>
        <p:nvSpPr>
          <p:cNvPr id="2513"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2514"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2515"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2516"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517"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7FB7CAED-AC46-4911-A98D-150182CCD18C}"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4" name="PlaceHolder 1"/>
          <p:cNvSpPr>
            <a:spLocks noGrp="1"/>
          </p:cNvSpPr>
          <p:nvPr>
            <p:ph type="sldImg"/>
          </p:nvPr>
        </p:nvSpPr>
        <p:spPr>
          <a:xfrm>
            <a:off x="380880" y="685800"/>
            <a:ext cx="6095520" cy="3428640"/>
          </a:xfrm>
          <a:prstGeom prst="rect">
            <a:avLst/>
          </a:prstGeom>
          <a:ln w="0">
            <a:noFill/>
          </a:ln>
        </p:spPr>
      </p:sp>
      <p:sp>
        <p:nvSpPr>
          <p:cNvPr id="262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26"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27" name="PlaceHolder 4"/>
          <p:cNvSpPr>
            <a:spLocks noGrp="1"/>
          </p:cNvSpPr>
          <p:nvPr>
            <p:ph type="ftr" idx="4"/>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28" name="PlaceHolder 5"/>
          <p:cNvSpPr>
            <a:spLocks noGrp="1"/>
          </p:cNvSpPr>
          <p:nvPr>
            <p:ph type="dt" idx="5"/>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044C329C-4D23-483C-8BB1-F436A3EBFEC4}"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F5710D37-1CF1-449E-9DF8-3A00371D6184}"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29" name="PlaceHolder 6"/>
          <p:cNvSpPr>
            <a:spLocks noGrp="1"/>
          </p:cNvSpPr>
          <p:nvPr>
            <p:ph type="sldNum" idx="6"/>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A5052474-89FA-4514-BD8C-D6B29035A524}"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0" name="PlaceHolder 1"/>
          <p:cNvSpPr>
            <a:spLocks noGrp="1"/>
          </p:cNvSpPr>
          <p:nvPr>
            <p:ph type="sldImg"/>
          </p:nvPr>
        </p:nvSpPr>
        <p:spPr>
          <a:xfrm>
            <a:off x="380880" y="685800"/>
            <a:ext cx="6095520" cy="3428640"/>
          </a:xfrm>
          <a:prstGeom prst="rect">
            <a:avLst/>
          </a:prstGeom>
          <a:ln w="0">
            <a:noFill/>
          </a:ln>
        </p:spPr>
      </p:sp>
      <p:sp>
        <p:nvSpPr>
          <p:cNvPr id="263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32"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33" name="PlaceHolder 4"/>
          <p:cNvSpPr>
            <a:spLocks noGrp="1"/>
          </p:cNvSpPr>
          <p:nvPr>
            <p:ph type="ftr" idx="7"/>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34" name="PlaceHolder 5"/>
          <p:cNvSpPr>
            <a:spLocks noGrp="1"/>
          </p:cNvSpPr>
          <p:nvPr>
            <p:ph type="dt" idx="8"/>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3441C9DA-E077-4ACC-B34E-2098397D9320}"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6AB67C9F-BBD7-4E63-93F4-0D4F7D6ADD30}"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35" name="PlaceHolder 6"/>
          <p:cNvSpPr>
            <a:spLocks noGrp="1"/>
          </p:cNvSpPr>
          <p:nvPr>
            <p:ph type="sldNum" idx="9"/>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4587BC85-98EB-4217-8B24-7DEE7DC2E1F9}"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6" name="PlaceHolder 1"/>
          <p:cNvSpPr>
            <a:spLocks noGrp="1"/>
          </p:cNvSpPr>
          <p:nvPr>
            <p:ph type="sldImg"/>
          </p:nvPr>
        </p:nvSpPr>
        <p:spPr>
          <a:xfrm>
            <a:off x="380880" y="685800"/>
            <a:ext cx="6095520" cy="3428640"/>
          </a:xfrm>
          <a:prstGeom prst="rect">
            <a:avLst/>
          </a:prstGeom>
          <a:ln w="0">
            <a:noFill/>
          </a:ln>
        </p:spPr>
      </p:sp>
      <p:sp>
        <p:nvSpPr>
          <p:cNvPr id="263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3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39" name="PlaceHolder 4"/>
          <p:cNvSpPr>
            <a:spLocks noGrp="1"/>
          </p:cNvSpPr>
          <p:nvPr>
            <p:ph type="ftr" idx="10"/>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40" name="PlaceHolder 5"/>
          <p:cNvSpPr>
            <a:spLocks noGrp="1"/>
          </p:cNvSpPr>
          <p:nvPr>
            <p:ph type="dt" idx="11"/>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1DB2B44F-7F45-48C3-92A6-47CCC748F296}"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2473EAA1-97CB-4AC0-95E5-0D009DC77BFF}"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41" name="PlaceHolder 6"/>
          <p:cNvSpPr>
            <a:spLocks noGrp="1"/>
          </p:cNvSpPr>
          <p:nvPr>
            <p:ph type="sldNum" idx="12"/>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C54FC8E6-23B6-48E5-9950-641C5793411A}"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2" name="PlaceHolder 1"/>
          <p:cNvSpPr>
            <a:spLocks noGrp="1"/>
          </p:cNvSpPr>
          <p:nvPr>
            <p:ph type="sldImg"/>
          </p:nvPr>
        </p:nvSpPr>
        <p:spPr>
          <a:xfrm>
            <a:off x="380880" y="685800"/>
            <a:ext cx="6095520" cy="3428640"/>
          </a:xfrm>
          <a:prstGeom prst="rect">
            <a:avLst/>
          </a:prstGeom>
          <a:ln w="0">
            <a:noFill/>
          </a:ln>
        </p:spPr>
      </p:sp>
      <p:sp>
        <p:nvSpPr>
          <p:cNvPr id="264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lnSpc>
                <a:spcPct val="100000"/>
              </a:lnSpc>
              <a:buNone/>
            </a:pPr>
            <a:r>
              <a:rPr b="0" lang="en-US" sz="850" strike="noStrike" u="none">
                <a:solidFill>
                  <a:srgbClr val="000000"/>
                </a:solidFill>
                <a:effectLst/>
                <a:uFillTx/>
                <a:latin typeface="Segoe UI Light"/>
              </a:rPr>
              <a:t>Please adjust this slide to the end of your presentation</a:t>
            </a:r>
            <a:endParaRPr b="0" lang="en-US" sz="850" strike="noStrike" u="none">
              <a:solidFill>
                <a:srgbClr val="000000"/>
              </a:solidFill>
              <a:effectLst/>
              <a:uFillTx/>
              <a:latin typeface="Arial"/>
            </a:endParaRPr>
          </a:p>
          <a:p>
            <a:pPr indent="0">
              <a:lnSpc>
                <a:spcPct val="100000"/>
              </a:lnSpc>
              <a:buNone/>
            </a:pPr>
            <a:r>
              <a:rPr b="0" lang="en-US" sz="850" strike="noStrike" u="none">
                <a:solidFill>
                  <a:srgbClr val="000000"/>
                </a:solidFill>
                <a:effectLst/>
                <a:uFillTx/>
                <a:latin typeface="Segoe UI Light"/>
              </a:rPr>
              <a:t>https://go.microsoft.com/fwlink/?linkid=2271366</a:t>
            </a:r>
            <a:endParaRPr b="0" lang="en-US" sz="850" strike="noStrike" u="none">
              <a:solidFill>
                <a:srgbClr val="000000"/>
              </a:solidFill>
              <a:effectLst/>
              <a:uFillTx/>
              <a:latin typeface="Arial"/>
            </a:endParaRPr>
          </a:p>
        </p:txBody>
      </p:sp>
      <p:sp>
        <p:nvSpPr>
          <p:cNvPr id="264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45" name="PlaceHolder 4"/>
          <p:cNvSpPr>
            <a:spLocks noGrp="1"/>
          </p:cNvSpPr>
          <p:nvPr>
            <p:ph type="ftr" idx="13"/>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46" name="PlaceHolder 5"/>
          <p:cNvSpPr>
            <a:spLocks noGrp="1"/>
          </p:cNvSpPr>
          <p:nvPr>
            <p:ph type="dt" idx="14"/>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FD103E4F-CB50-4108-B5C8-CD8700997EBC}"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11B58C3F-DD8E-46AF-A2A5-CDC3B6617F02}"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47" name="PlaceHolder 6"/>
          <p:cNvSpPr>
            <a:spLocks noGrp="1"/>
          </p:cNvSpPr>
          <p:nvPr>
            <p:ph type="sldNum" idx="15"/>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9339917-E930-46FA-AEB5-156DBB5245E2}"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8" name="PlaceHolder 1"/>
          <p:cNvSpPr>
            <a:spLocks noGrp="1"/>
          </p:cNvSpPr>
          <p:nvPr>
            <p:ph type="sldImg"/>
          </p:nvPr>
        </p:nvSpPr>
        <p:spPr>
          <a:xfrm>
            <a:off x="380880" y="685800"/>
            <a:ext cx="6095520" cy="3428640"/>
          </a:xfrm>
          <a:prstGeom prst="rect">
            <a:avLst/>
          </a:prstGeom>
          <a:ln w="0">
            <a:noFill/>
          </a:ln>
        </p:spPr>
      </p:sp>
      <p:sp>
        <p:nvSpPr>
          <p:cNvPr id="264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50"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51" name="PlaceHolder 4"/>
          <p:cNvSpPr>
            <a:spLocks noGrp="1"/>
          </p:cNvSpPr>
          <p:nvPr>
            <p:ph type="ftr" idx="16"/>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52" name="PlaceHolder 5"/>
          <p:cNvSpPr>
            <a:spLocks noGrp="1"/>
          </p:cNvSpPr>
          <p:nvPr>
            <p:ph type="dt" idx="17"/>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45F82402-E04B-4588-8D7B-9904086987D5}"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C062D9F8-1ACE-49E0-B4C6-DCA362579F2B}"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53" name="PlaceHolder 6"/>
          <p:cNvSpPr>
            <a:spLocks noGrp="1"/>
          </p:cNvSpPr>
          <p:nvPr>
            <p:ph type="sldNum" idx="18"/>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3E427EC9-0346-40B5-9FCF-E5FDB8EAAD41}"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4" name="PlaceHolder 1"/>
          <p:cNvSpPr>
            <a:spLocks noGrp="1"/>
          </p:cNvSpPr>
          <p:nvPr>
            <p:ph type="sldImg"/>
          </p:nvPr>
        </p:nvSpPr>
        <p:spPr>
          <a:xfrm>
            <a:off x="380880" y="685800"/>
            <a:ext cx="6095520" cy="3428640"/>
          </a:xfrm>
          <a:prstGeom prst="rect">
            <a:avLst/>
          </a:prstGeom>
          <a:ln w="0">
            <a:noFill/>
          </a:ln>
        </p:spPr>
      </p:sp>
      <p:sp>
        <p:nvSpPr>
          <p:cNvPr id="265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56"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57" name="PlaceHolder 4"/>
          <p:cNvSpPr>
            <a:spLocks noGrp="1"/>
          </p:cNvSpPr>
          <p:nvPr>
            <p:ph type="ftr" idx="19"/>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58" name="PlaceHolder 5"/>
          <p:cNvSpPr>
            <a:spLocks noGrp="1"/>
          </p:cNvSpPr>
          <p:nvPr>
            <p:ph type="dt" idx="20"/>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F96CCCD-D61B-4138-8C24-C712CD9656ED}"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1F4C71D1-7572-4214-A732-B93908DF10DA}"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59" name="PlaceHolder 6"/>
          <p:cNvSpPr>
            <a:spLocks noGrp="1"/>
          </p:cNvSpPr>
          <p:nvPr>
            <p:ph type="sldNum" idx="21"/>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AC57A72-825F-472F-AE13-B201F2C9430A}"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0" name="PlaceHolder 1"/>
          <p:cNvSpPr>
            <a:spLocks noGrp="1"/>
          </p:cNvSpPr>
          <p:nvPr>
            <p:ph type="sldImg"/>
          </p:nvPr>
        </p:nvSpPr>
        <p:spPr>
          <a:xfrm>
            <a:off x="380880" y="685800"/>
            <a:ext cx="6095520" cy="3428640"/>
          </a:xfrm>
          <a:prstGeom prst="rect">
            <a:avLst/>
          </a:prstGeom>
          <a:ln w="0">
            <a:noFill/>
          </a:ln>
        </p:spPr>
      </p:sp>
      <p:sp>
        <p:nvSpPr>
          <p:cNvPr id="266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62"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63" name="PlaceHolder 4"/>
          <p:cNvSpPr>
            <a:spLocks noGrp="1"/>
          </p:cNvSpPr>
          <p:nvPr>
            <p:ph type="ftr" idx="22"/>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64" name="PlaceHolder 5"/>
          <p:cNvSpPr>
            <a:spLocks noGrp="1"/>
          </p:cNvSpPr>
          <p:nvPr>
            <p:ph type="dt" idx="23"/>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0D71BE9-AFE0-4F23-8E4C-5BFB828A5302}"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68807FF8-D824-4723-981C-9563F0ED50A1}"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65" name="PlaceHolder 6"/>
          <p:cNvSpPr>
            <a:spLocks noGrp="1"/>
          </p:cNvSpPr>
          <p:nvPr>
            <p:ph type="sldNum" idx="24"/>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19784350-9D92-4EBB-9B59-AD0D75EDEB9A}"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6" name="PlaceHolder 1"/>
          <p:cNvSpPr>
            <a:spLocks noGrp="1"/>
          </p:cNvSpPr>
          <p:nvPr>
            <p:ph type="sldImg"/>
          </p:nvPr>
        </p:nvSpPr>
        <p:spPr>
          <a:xfrm>
            <a:off x="380880" y="685800"/>
            <a:ext cx="6095520" cy="3428640"/>
          </a:xfrm>
          <a:prstGeom prst="rect">
            <a:avLst/>
          </a:prstGeom>
          <a:ln w="0">
            <a:noFill/>
          </a:ln>
        </p:spPr>
      </p:sp>
      <p:sp>
        <p:nvSpPr>
          <p:cNvPr id="266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6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69" name="PlaceHolder 4"/>
          <p:cNvSpPr>
            <a:spLocks noGrp="1"/>
          </p:cNvSpPr>
          <p:nvPr>
            <p:ph type="ftr" idx="25"/>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70" name="PlaceHolder 5"/>
          <p:cNvSpPr>
            <a:spLocks noGrp="1"/>
          </p:cNvSpPr>
          <p:nvPr>
            <p:ph type="dt" idx="26"/>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8A1DFD43-8A41-42F6-ACE0-A0E3E72D4A65}"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0ECC9A88-E3D9-4039-88ED-6BB55F7F4F10}"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71" name="PlaceHolder 6"/>
          <p:cNvSpPr>
            <a:spLocks noGrp="1"/>
          </p:cNvSpPr>
          <p:nvPr>
            <p:ph type="sldNum" idx="27"/>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A87C0B51-F4A2-4735-B723-5B75D0DACF51}"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2" name="PlaceHolder 1"/>
          <p:cNvSpPr>
            <a:spLocks noGrp="1"/>
          </p:cNvSpPr>
          <p:nvPr>
            <p:ph type="sldImg"/>
          </p:nvPr>
        </p:nvSpPr>
        <p:spPr>
          <a:xfrm>
            <a:off x="380880" y="685800"/>
            <a:ext cx="6095520" cy="3428640"/>
          </a:xfrm>
          <a:prstGeom prst="rect">
            <a:avLst/>
          </a:prstGeom>
          <a:ln w="0">
            <a:noFill/>
          </a:ln>
        </p:spPr>
      </p:sp>
      <p:sp>
        <p:nvSpPr>
          <p:cNvPr id="267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7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75" name="PlaceHolder 4"/>
          <p:cNvSpPr>
            <a:spLocks noGrp="1"/>
          </p:cNvSpPr>
          <p:nvPr>
            <p:ph type="ftr" idx="28"/>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76" name="PlaceHolder 5"/>
          <p:cNvSpPr>
            <a:spLocks noGrp="1"/>
          </p:cNvSpPr>
          <p:nvPr>
            <p:ph type="dt" idx="29"/>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D9B7339-91E4-4760-9DC0-8F8F869D6F75}"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11382D0F-55BC-4E7E-8116-CCDB98E1167D}"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77" name="PlaceHolder 6"/>
          <p:cNvSpPr>
            <a:spLocks noGrp="1"/>
          </p:cNvSpPr>
          <p:nvPr>
            <p:ph type="sldNum" idx="30"/>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DB699A7C-8DAF-4C52-82FC-70C7CE93F382}"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8" name="PlaceHolder 1"/>
          <p:cNvSpPr>
            <a:spLocks noGrp="1"/>
          </p:cNvSpPr>
          <p:nvPr>
            <p:ph type="sldImg"/>
          </p:nvPr>
        </p:nvSpPr>
        <p:spPr>
          <a:xfrm>
            <a:off x="380880" y="685800"/>
            <a:ext cx="6095520" cy="3428640"/>
          </a:xfrm>
          <a:prstGeom prst="rect">
            <a:avLst/>
          </a:prstGeom>
          <a:ln w="0">
            <a:noFill/>
          </a:ln>
        </p:spPr>
      </p:sp>
      <p:sp>
        <p:nvSpPr>
          <p:cNvPr id="267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80"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81" name="PlaceHolder 4"/>
          <p:cNvSpPr>
            <a:spLocks noGrp="1"/>
          </p:cNvSpPr>
          <p:nvPr>
            <p:ph type="ftr" idx="31"/>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82" name="PlaceHolder 5"/>
          <p:cNvSpPr>
            <a:spLocks noGrp="1"/>
          </p:cNvSpPr>
          <p:nvPr>
            <p:ph type="dt" idx="32"/>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BBC765B8-1C32-4423-A1FE-EA329CE226E5}"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40C182A6-76B0-4C96-B5AC-876FB5188CA4}"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83" name="PlaceHolder 6"/>
          <p:cNvSpPr>
            <a:spLocks noGrp="1"/>
          </p:cNvSpPr>
          <p:nvPr>
            <p:ph type="sldNum" idx="33"/>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848B9F2A-948D-4009-B731-2347D7A35FEB}"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4" name="PlaceHolder 1"/>
          <p:cNvSpPr>
            <a:spLocks noGrp="1"/>
          </p:cNvSpPr>
          <p:nvPr>
            <p:ph type="sldImg"/>
          </p:nvPr>
        </p:nvSpPr>
        <p:spPr>
          <a:xfrm>
            <a:off x="380880" y="685800"/>
            <a:ext cx="6095520" cy="3428640"/>
          </a:xfrm>
          <a:prstGeom prst="rect">
            <a:avLst/>
          </a:prstGeom>
          <a:ln w="0">
            <a:noFill/>
          </a:ln>
        </p:spPr>
      </p:sp>
      <p:sp>
        <p:nvSpPr>
          <p:cNvPr id="268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86"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87" name="PlaceHolder 4"/>
          <p:cNvSpPr>
            <a:spLocks noGrp="1"/>
          </p:cNvSpPr>
          <p:nvPr>
            <p:ph type="ftr" idx="34"/>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88" name="PlaceHolder 5"/>
          <p:cNvSpPr>
            <a:spLocks noGrp="1"/>
          </p:cNvSpPr>
          <p:nvPr>
            <p:ph type="dt" idx="35"/>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B7AC008-D98A-481D-829C-4BC60499ECDC}"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161E8915-5AC2-4104-B355-7B3C93959AF0}"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89" name="PlaceHolder 6"/>
          <p:cNvSpPr>
            <a:spLocks noGrp="1"/>
          </p:cNvSpPr>
          <p:nvPr>
            <p:ph type="sldNum" idx="36"/>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3D1EC8E1-C415-4601-9E38-9E7FF633B94A}"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0" name="PlaceHolder 1"/>
          <p:cNvSpPr>
            <a:spLocks noGrp="1"/>
          </p:cNvSpPr>
          <p:nvPr>
            <p:ph type="sldImg"/>
          </p:nvPr>
        </p:nvSpPr>
        <p:spPr>
          <a:xfrm>
            <a:off x="380880" y="685800"/>
            <a:ext cx="6095520" cy="3428640"/>
          </a:xfrm>
          <a:prstGeom prst="rect">
            <a:avLst/>
          </a:prstGeom>
          <a:ln w="0">
            <a:noFill/>
          </a:ln>
        </p:spPr>
      </p:sp>
      <p:sp>
        <p:nvSpPr>
          <p:cNvPr id="269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92"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93" name="PlaceHolder 4"/>
          <p:cNvSpPr>
            <a:spLocks noGrp="1"/>
          </p:cNvSpPr>
          <p:nvPr>
            <p:ph type="ftr" idx="37"/>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694" name="PlaceHolder 5"/>
          <p:cNvSpPr>
            <a:spLocks noGrp="1"/>
          </p:cNvSpPr>
          <p:nvPr>
            <p:ph type="dt" idx="38"/>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7A18CF6-1615-4BC7-95AB-DA38675EEC71}"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262D763E-39D6-4040-9CCE-D3FA0E2684DD}"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695" name="PlaceHolder 6"/>
          <p:cNvSpPr>
            <a:spLocks noGrp="1"/>
          </p:cNvSpPr>
          <p:nvPr>
            <p:ph type="sldNum" idx="39"/>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00C7C286-3BFD-4B1F-9BC1-07B3E553FBF7}"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6" name="PlaceHolder 1"/>
          <p:cNvSpPr>
            <a:spLocks noGrp="1"/>
          </p:cNvSpPr>
          <p:nvPr>
            <p:ph type="sldImg"/>
          </p:nvPr>
        </p:nvSpPr>
        <p:spPr>
          <a:xfrm>
            <a:off x="380880" y="685800"/>
            <a:ext cx="6095520" cy="3428640"/>
          </a:xfrm>
          <a:prstGeom prst="rect">
            <a:avLst/>
          </a:prstGeom>
          <a:ln w="0">
            <a:noFill/>
          </a:ln>
        </p:spPr>
      </p:sp>
      <p:sp>
        <p:nvSpPr>
          <p:cNvPr id="269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69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699" name="PlaceHolder 4"/>
          <p:cNvSpPr>
            <a:spLocks noGrp="1"/>
          </p:cNvSpPr>
          <p:nvPr>
            <p:ph type="ftr" idx="40"/>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00" name="PlaceHolder 5"/>
          <p:cNvSpPr>
            <a:spLocks noGrp="1"/>
          </p:cNvSpPr>
          <p:nvPr>
            <p:ph type="dt" idx="41"/>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8DEFCD19-3A32-4A7F-A0BD-E0F663D73CB5}"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ABD7F517-D719-4C4E-955A-CBF4BB84DB99}"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01" name="PlaceHolder 6"/>
          <p:cNvSpPr>
            <a:spLocks noGrp="1"/>
          </p:cNvSpPr>
          <p:nvPr>
            <p:ph type="sldNum" idx="42"/>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10E5C7D5-5FC4-42A7-AD23-CDEA9CE13BF5}"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2" name="PlaceHolder 1"/>
          <p:cNvSpPr>
            <a:spLocks noGrp="1"/>
          </p:cNvSpPr>
          <p:nvPr>
            <p:ph type="sldImg"/>
          </p:nvPr>
        </p:nvSpPr>
        <p:spPr>
          <a:xfrm>
            <a:off x="380880" y="685800"/>
            <a:ext cx="6095520" cy="3428640"/>
          </a:xfrm>
          <a:prstGeom prst="rect">
            <a:avLst/>
          </a:prstGeom>
          <a:ln w="0">
            <a:noFill/>
          </a:ln>
        </p:spPr>
      </p:sp>
      <p:sp>
        <p:nvSpPr>
          <p:cNvPr id="270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0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05" name="PlaceHolder 4"/>
          <p:cNvSpPr>
            <a:spLocks noGrp="1"/>
          </p:cNvSpPr>
          <p:nvPr>
            <p:ph type="ftr" idx="43"/>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06" name="PlaceHolder 5"/>
          <p:cNvSpPr>
            <a:spLocks noGrp="1"/>
          </p:cNvSpPr>
          <p:nvPr>
            <p:ph type="dt" idx="44"/>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D5E44E6E-FE90-4793-96D3-9FDEDF99C8A2}"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BED04D9F-B6D5-457D-8377-B1C5C6C16955}"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07" name="PlaceHolder 6"/>
          <p:cNvSpPr>
            <a:spLocks noGrp="1"/>
          </p:cNvSpPr>
          <p:nvPr>
            <p:ph type="sldNum" idx="45"/>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700BAFF7-760C-471E-A966-037966074B3E}"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8" name="PlaceHolder 1"/>
          <p:cNvSpPr>
            <a:spLocks noGrp="1"/>
          </p:cNvSpPr>
          <p:nvPr>
            <p:ph type="sldImg"/>
          </p:nvPr>
        </p:nvSpPr>
        <p:spPr>
          <a:xfrm>
            <a:off x="380880" y="685800"/>
            <a:ext cx="6095520" cy="3428640"/>
          </a:xfrm>
          <a:prstGeom prst="rect">
            <a:avLst/>
          </a:prstGeom>
          <a:ln w="0">
            <a:noFill/>
          </a:ln>
        </p:spPr>
      </p:sp>
      <p:sp>
        <p:nvSpPr>
          <p:cNvPr id="270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10"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11" name="PlaceHolder 4"/>
          <p:cNvSpPr>
            <a:spLocks noGrp="1"/>
          </p:cNvSpPr>
          <p:nvPr>
            <p:ph type="ftr" idx="46"/>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12" name="PlaceHolder 5"/>
          <p:cNvSpPr>
            <a:spLocks noGrp="1"/>
          </p:cNvSpPr>
          <p:nvPr>
            <p:ph type="dt" idx="47"/>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A24C7377-5A8B-4981-A409-DB658B4B9739}"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8287E1C9-43E5-4EA9-A7AA-88C36143946E}"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13" name="PlaceHolder 6"/>
          <p:cNvSpPr>
            <a:spLocks noGrp="1"/>
          </p:cNvSpPr>
          <p:nvPr>
            <p:ph type="sldNum" idx="48"/>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0F84AD42-5E7B-4C66-AE7C-A0529BFCB4EC}"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4" name="PlaceHolder 1"/>
          <p:cNvSpPr>
            <a:spLocks noGrp="1"/>
          </p:cNvSpPr>
          <p:nvPr>
            <p:ph type="sldImg"/>
          </p:nvPr>
        </p:nvSpPr>
        <p:spPr>
          <a:xfrm>
            <a:off x="380880" y="685800"/>
            <a:ext cx="6095520" cy="3428640"/>
          </a:xfrm>
          <a:prstGeom prst="rect">
            <a:avLst/>
          </a:prstGeom>
          <a:ln w="0">
            <a:noFill/>
          </a:ln>
        </p:spPr>
      </p:sp>
      <p:sp>
        <p:nvSpPr>
          <p:cNvPr id="271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rmAutofit/>
          </a:bodyPr>
          <a:p>
            <a:pPr indent="0">
              <a:buNone/>
            </a:pPr>
            <a:endParaRPr b="0" lang="en-US" sz="1800" strike="noStrike" u="none">
              <a:solidFill>
                <a:srgbClr val="000000"/>
              </a:solidFill>
              <a:effectLst/>
              <a:uFillTx/>
              <a:latin typeface="Arial"/>
            </a:endParaRPr>
          </a:p>
        </p:txBody>
      </p:sp>
      <p:sp>
        <p:nvSpPr>
          <p:cNvPr id="2716" name="PlaceHolder 3"/>
          <p:cNvSpPr>
            <a:spLocks noGrp="1"/>
          </p:cNvSpPr>
          <p:nvPr>
            <p:ph type="dt" idx="49"/>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352AB990-3481-4762-9139-363C1DEA687D}"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DA3C12CF-94B5-4271-9EFA-F4D31E3E8881}"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17" name="PlaceHolder 4"/>
          <p:cNvSpPr>
            <a:spLocks noGrp="1"/>
          </p:cNvSpPr>
          <p:nvPr>
            <p:ph type="sldNum" idx="50"/>
          </p:nvPr>
        </p:nvSpPr>
        <p:spPr>
          <a:xfrm>
            <a:off x="6172200" y="8685360"/>
            <a:ext cx="6840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7A0CEB0-676A-4D7F-813D-73F15FAB6268}"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
        <p:nvSpPr>
          <p:cNvPr id="2718" name="PlaceHolder 5"/>
          <p:cNvSpPr>
            <a:spLocks noGrp="1"/>
          </p:cNvSpPr>
          <p:nvPr>
            <p:ph type="ftr" idx="51"/>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19" name="PlaceHolder 6"/>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0" name="PlaceHolder 1"/>
          <p:cNvSpPr>
            <a:spLocks noGrp="1"/>
          </p:cNvSpPr>
          <p:nvPr>
            <p:ph type="sldImg"/>
          </p:nvPr>
        </p:nvSpPr>
        <p:spPr>
          <a:xfrm>
            <a:off x="380880" y="685800"/>
            <a:ext cx="6095520" cy="3428640"/>
          </a:xfrm>
          <a:prstGeom prst="rect">
            <a:avLst/>
          </a:prstGeom>
          <a:ln w="0">
            <a:noFill/>
          </a:ln>
        </p:spPr>
      </p:sp>
      <p:sp>
        <p:nvSpPr>
          <p:cNvPr id="272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22"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23" name="PlaceHolder 4"/>
          <p:cNvSpPr>
            <a:spLocks noGrp="1"/>
          </p:cNvSpPr>
          <p:nvPr>
            <p:ph type="ftr" idx="52"/>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24" name="PlaceHolder 5"/>
          <p:cNvSpPr>
            <a:spLocks noGrp="1"/>
          </p:cNvSpPr>
          <p:nvPr>
            <p:ph type="dt" idx="53"/>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27B397D4-68EF-42FA-8713-E6FEA3BBFC90}"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DB80AB0B-08F1-41B7-B26F-110455A1F179}"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25" name="PlaceHolder 6"/>
          <p:cNvSpPr>
            <a:spLocks noGrp="1"/>
          </p:cNvSpPr>
          <p:nvPr>
            <p:ph type="sldNum" idx="54"/>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A91CF4FA-5EE5-4E6D-813A-CAEA32430C33}"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6" name="PlaceHolder 1"/>
          <p:cNvSpPr>
            <a:spLocks noGrp="1"/>
          </p:cNvSpPr>
          <p:nvPr>
            <p:ph type="sldImg"/>
          </p:nvPr>
        </p:nvSpPr>
        <p:spPr>
          <a:xfrm>
            <a:off x="380880" y="685800"/>
            <a:ext cx="6095520" cy="3428640"/>
          </a:xfrm>
          <a:prstGeom prst="rect">
            <a:avLst/>
          </a:prstGeom>
          <a:ln w="0">
            <a:noFill/>
          </a:ln>
        </p:spPr>
      </p:sp>
      <p:sp>
        <p:nvSpPr>
          <p:cNvPr id="272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2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29" name="PlaceHolder 4"/>
          <p:cNvSpPr>
            <a:spLocks noGrp="1"/>
          </p:cNvSpPr>
          <p:nvPr>
            <p:ph type="ftr" idx="55"/>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30" name="PlaceHolder 5"/>
          <p:cNvSpPr>
            <a:spLocks noGrp="1"/>
          </p:cNvSpPr>
          <p:nvPr>
            <p:ph type="dt" idx="56"/>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648B4AAA-015B-43EC-A69E-157379F3E623}"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92451D40-ECDC-4E3D-99C6-02144FD5B09A}"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31" name="PlaceHolder 6"/>
          <p:cNvSpPr>
            <a:spLocks noGrp="1"/>
          </p:cNvSpPr>
          <p:nvPr>
            <p:ph type="sldNum" idx="57"/>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8B743B4E-5A0A-4CB0-9401-05370D8B52E8}"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2" name="PlaceHolder 1"/>
          <p:cNvSpPr>
            <a:spLocks noGrp="1"/>
          </p:cNvSpPr>
          <p:nvPr>
            <p:ph type="sldImg"/>
          </p:nvPr>
        </p:nvSpPr>
        <p:spPr>
          <a:xfrm>
            <a:off x="380880" y="685800"/>
            <a:ext cx="6095520" cy="3428640"/>
          </a:xfrm>
          <a:prstGeom prst="rect">
            <a:avLst/>
          </a:prstGeom>
          <a:ln w="0">
            <a:noFill/>
          </a:ln>
        </p:spPr>
      </p:sp>
      <p:sp>
        <p:nvSpPr>
          <p:cNvPr id="273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3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35" name="PlaceHolder 4"/>
          <p:cNvSpPr>
            <a:spLocks noGrp="1"/>
          </p:cNvSpPr>
          <p:nvPr>
            <p:ph type="ftr" idx="58"/>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36" name="PlaceHolder 5"/>
          <p:cNvSpPr>
            <a:spLocks noGrp="1"/>
          </p:cNvSpPr>
          <p:nvPr>
            <p:ph type="dt" idx="59"/>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2066ECCD-4F97-45A4-A9F8-3DA5E033DFBB}"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0CD8BE77-8925-4463-B29E-F44BEC306FD6}"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37" name="PlaceHolder 6"/>
          <p:cNvSpPr>
            <a:spLocks noGrp="1"/>
          </p:cNvSpPr>
          <p:nvPr>
            <p:ph type="sldNum" idx="60"/>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DBCE616C-A388-4F63-ABBE-67CEFDA8A2F1}"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8" name="PlaceHolder 1"/>
          <p:cNvSpPr>
            <a:spLocks noGrp="1"/>
          </p:cNvSpPr>
          <p:nvPr>
            <p:ph type="sldImg"/>
          </p:nvPr>
        </p:nvSpPr>
        <p:spPr>
          <a:xfrm>
            <a:off x="380880" y="685800"/>
            <a:ext cx="6095520" cy="3428640"/>
          </a:xfrm>
          <a:prstGeom prst="rect">
            <a:avLst/>
          </a:prstGeom>
          <a:ln w="0">
            <a:noFill/>
          </a:ln>
        </p:spPr>
      </p:sp>
      <p:sp>
        <p:nvSpPr>
          <p:cNvPr id="273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40"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41" name="PlaceHolder 4"/>
          <p:cNvSpPr>
            <a:spLocks noGrp="1"/>
          </p:cNvSpPr>
          <p:nvPr>
            <p:ph type="ftr" idx="61"/>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42" name="PlaceHolder 5"/>
          <p:cNvSpPr>
            <a:spLocks noGrp="1"/>
          </p:cNvSpPr>
          <p:nvPr>
            <p:ph type="dt" idx="62"/>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39F516E-035B-4F1C-A7F6-297A2A9A7E3E}"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8D7B656E-8C17-485F-B25D-E1F895310884}"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43" name="PlaceHolder 6"/>
          <p:cNvSpPr>
            <a:spLocks noGrp="1"/>
          </p:cNvSpPr>
          <p:nvPr>
            <p:ph type="sldNum" idx="63"/>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FA6BB6B-2EFA-4689-878B-9927C86CFF99}"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4" name="PlaceHolder 1"/>
          <p:cNvSpPr>
            <a:spLocks noGrp="1"/>
          </p:cNvSpPr>
          <p:nvPr>
            <p:ph type="sldImg"/>
          </p:nvPr>
        </p:nvSpPr>
        <p:spPr>
          <a:xfrm>
            <a:off x="380880" y="685800"/>
            <a:ext cx="6095520" cy="3428640"/>
          </a:xfrm>
          <a:prstGeom prst="rect">
            <a:avLst/>
          </a:prstGeom>
          <a:ln w="0">
            <a:noFill/>
          </a:ln>
        </p:spPr>
      </p:sp>
      <p:sp>
        <p:nvSpPr>
          <p:cNvPr id="274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46"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47" name="PlaceHolder 4"/>
          <p:cNvSpPr>
            <a:spLocks noGrp="1"/>
          </p:cNvSpPr>
          <p:nvPr>
            <p:ph type="ftr" idx="64"/>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48" name="PlaceHolder 5"/>
          <p:cNvSpPr>
            <a:spLocks noGrp="1"/>
          </p:cNvSpPr>
          <p:nvPr>
            <p:ph type="dt" idx="65"/>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E025D1A3-1F05-45BF-8C18-D42F1BE1BF00}"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1B28C3C1-3899-43A8-9A66-D9EF5F947425}"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49" name="PlaceHolder 6"/>
          <p:cNvSpPr>
            <a:spLocks noGrp="1"/>
          </p:cNvSpPr>
          <p:nvPr>
            <p:ph type="sldNum" idx="66"/>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710483B7-207A-4622-AE6A-E2A061F94904}"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0" name="PlaceHolder 1"/>
          <p:cNvSpPr>
            <a:spLocks noGrp="1"/>
          </p:cNvSpPr>
          <p:nvPr>
            <p:ph type="sldImg"/>
          </p:nvPr>
        </p:nvSpPr>
        <p:spPr>
          <a:xfrm>
            <a:off x="380880" y="685800"/>
            <a:ext cx="6095520" cy="3428640"/>
          </a:xfrm>
          <a:prstGeom prst="rect">
            <a:avLst/>
          </a:prstGeom>
          <a:ln w="0">
            <a:noFill/>
          </a:ln>
        </p:spPr>
      </p:sp>
      <p:sp>
        <p:nvSpPr>
          <p:cNvPr id="275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52"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53" name="PlaceHolder 4"/>
          <p:cNvSpPr>
            <a:spLocks noGrp="1"/>
          </p:cNvSpPr>
          <p:nvPr>
            <p:ph type="ftr" idx="67"/>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54" name="PlaceHolder 5"/>
          <p:cNvSpPr>
            <a:spLocks noGrp="1"/>
          </p:cNvSpPr>
          <p:nvPr>
            <p:ph type="dt" idx="68"/>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4882C3DA-9D07-4D24-91DA-DB50E6D04BE8}"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CEAC86DF-E51C-4D05-9CED-5E747E9B51D0}"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55" name="PlaceHolder 6"/>
          <p:cNvSpPr>
            <a:spLocks noGrp="1"/>
          </p:cNvSpPr>
          <p:nvPr>
            <p:ph type="sldNum" idx="69"/>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E84A209A-33BA-4DB2-99A1-FD877154E0EB}"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6" name="PlaceHolder 1"/>
          <p:cNvSpPr>
            <a:spLocks noGrp="1"/>
          </p:cNvSpPr>
          <p:nvPr>
            <p:ph type="sldImg"/>
          </p:nvPr>
        </p:nvSpPr>
        <p:spPr>
          <a:xfrm>
            <a:off x="380880" y="685800"/>
            <a:ext cx="6095520" cy="3428640"/>
          </a:xfrm>
          <a:prstGeom prst="rect">
            <a:avLst/>
          </a:prstGeom>
          <a:ln w="0">
            <a:noFill/>
          </a:ln>
        </p:spPr>
      </p:sp>
      <p:sp>
        <p:nvSpPr>
          <p:cNvPr id="275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5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59" name="PlaceHolder 4"/>
          <p:cNvSpPr>
            <a:spLocks noGrp="1"/>
          </p:cNvSpPr>
          <p:nvPr>
            <p:ph type="ftr" idx="70"/>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60" name="PlaceHolder 5"/>
          <p:cNvSpPr>
            <a:spLocks noGrp="1"/>
          </p:cNvSpPr>
          <p:nvPr>
            <p:ph type="dt" idx="71"/>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854A354F-EB1D-46BE-A552-59DB6F412394}"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E7189989-DA54-4556-A343-582E7D3D65BB}"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61" name="PlaceHolder 6"/>
          <p:cNvSpPr>
            <a:spLocks noGrp="1"/>
          </p:cNvSpPr>
          <p:nvPr>
            <p:ph type="sldNum" idx="72"/>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3632EDFB-6D9F-41A6-9830-167C798081ED}"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2" name="PlaceHolder 1"/>
          <p:cNvSpPr>
            <a:spLocks noGrp="1"/>
          </p:cNvSpPr>
          <p:nvPr>
            <p:ph type="sldImg"/>
          </p:nvPr>
        </p:nvSpPr>
        <p:spPr>
          <a:xfrm>
            <a:off x="380880" y="685800"/>
            <a:ext cx="6095520" cy="3428640"/>
          </a:xfrm>
          <a:prstGeom prst="rect">
            <a:avLst/>
          </a:prstGeom>
          <a:ln w="0">
            <a:noFill/>
          </a:ln>
        </p:spPr>
      </p:sp>
      <p:sp>
        <p:nvSpPr>
          <p:cNvPr id="276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6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65" name="PlaceHolder 4"/>
          <p:cNvSpPr>
            <a:spLocks noGrp="1"/>
          </p:cNvSpPr>
          <p:nvPr>
            <p:ph type="ftr" idx="73"/>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66" name="PlaceHolder 5"/>
          <p:cNvSpPr>
            <a:spLocks noGrp="1"/>
          </p:cNvSpPr>
          <p:nvPr>
            <p:ph type="dt" idx="74"/>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08DDD411-37BA-48E9-80F4-F7EF54BBE90F}"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8E3D9C29-6E8D-4575-A428-BC4133A070D5}"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67" name="PlaceHolder 6"/>
          <p:cNvSpPr>
            <a:spLocks noGrp="1"/>
          </p:cNvSpPr>
          <p:nvPr>
            <p:ph type="sldNum" idx="75"/>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142D45C9-CE27-483E-9FB6-7D092C9F75F5}"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8" name="PlaceHolder 1"/>
          <p:cNvSpPr>
            <a:spLocks noGrp="1"/>
          </p:cNvSpPr>
          <p:nvPr>
            <p:ph type="sldImg"/>
          </p:nvPr>
        </p:nvSpPr>
        <p:spPr>
          <a:xfrm>
            <a:off x="380880" y="685800"/>
            <a:ext cx="6095520" cy="3428640"/>
          </a:xfrm>
          <a:prstGeom prst="rect">
            <a:avLst/>
          </a:prstGeom>
          <a:ln w="0">
            <a:noFill/>
          </a:ln>
        </p:spPr>
      </p:sp>
      <p:sp>
        <p:nvSpPr>
          <p:cNvPr id="276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70" name="PlaceHolder 3"/>
          <p:cNvSpPr>
            <a:spLocks noGrp="1"/>
          </p:cNvSpPr>
          <p:nvPr>
            <p:ph type="sldNum" idx="76"/>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E1BD3254-39B1-4C0F-B8B3-026EDDB4BC19}"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
        <p:nvSpPr>
          <p:cNvPr id="2771" name="PlaceHolder 4"/>
          <p:cNvSpPr>
            <a:spLocks noGrp="1"/>
          </p:cNvSpPr>
          <p:nvPr>
            <p:ph type="dt" idx="77"/>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EE7E963-FAA7-4520-8EA2-377E405089CF}"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B586886F-DDCC-40D6-85B9-687D8C70748E}"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72" name="PlaceHolder 5"/>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73" name="PlaceHolder 6"/>
          <p:cNvSpPr>
            <a:spLocks noGrp="1"/>
          </p:cNvSpPr>
          <p:nvPr>
            <p:ph type="ftr" idx="78"/>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4" name="PlaceHolder 1"/>
          <p:cNvSpPr>
            <a:spLocks noGrp="1"/>
          </p:cNvSpPr>
          <p:nvPr>
            <p:ph type="sldImg"/>
          </p:nvPr>
        </p:nvSpPr>
        <p:spPr>
          <a:xfrm>
            <a:off x="380880" y="685800"/>
            <a:ext cx="6095520" cy="3428640"/>
          </a:xfrm>
          <a:prstGeom prst="rect">
            <a:avLst/>
          </a:prstGeom>
          <a:ln w="0">
            <a:noFill/>
          </a:ln>
        </p:spPr>
      </p:sp>
      <p:sp>
        <p:nvSpPr>
          <p:cNvPr id="277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rmAutofit/>
          </a:bodyPr>
          <a:p>
            <a:pPr indent="0">
              <a:buNone/>
            </a:pPr>
            <a:endParaRPr b="0" lang="en-US" sz="1800" strike="noStrike" u="none">
              <a:solidFill>
                <a:srgbClr val="000000"/>
              </a:solidFill>
              <a:effectLst/>
              <a:uFillTx/>
              <a:latin typeface="Arial"/>
            </a:endParaRPr>
          </a:p>
        </p:txBody>
      </p:sp>
      <p:sp>
        <p:nvSpPr>
          <p:cNvPr id="2776" name="PlaceHolder 3"/>
          <p:cNvSpPr>
            <a:spLocks noGrp="1"/>
          </p:cNvSpPr>
          <p:nvPr>
            <p:ph type="dt" idx="79"/>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CE3E112A-44F0-49AF-8B75-1C8FE0A63B5B}"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0C8A3969-F64B-41C7-8A0D-0D8C155424BA}"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77" name="PlaceHolder 4"/>
          <p:cNvSpPr>
            <a:spLocks noGrp="1"/>
          </p:cNvSpPr>
          <p:nvPr>
            <p:ph type="sldNum" idx="80"/>
          </p:nvPr>
        </p:nvSpPr>
        <p:spPr>
          <a:xfrm>
            <a:off x="6172200" y="8685360"/>
            <a:ext cx="6840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84CEA892-2B1E-4808-BAEF-8E626791A1A2}"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
        <p:nvSpPr>
          <p:cNvPr id="2778" name="PlaceHolder 5"/>
          <p:cNvSpPr>
            <a:spLocks noGrp="1"/>
          </p:cNvSpPr>
          <p:nvPr>
            <p:ph type="ftr" idx="81"/>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79" name="PlaceHolder 6"/>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0" name="PlaceHolder 1"/>
          <p:cNvSpPr>
            <a:spLocks noGrp="1"/>
          </p:cNvSpPr>
          <p:nvPr>
            <p:ph type="sldImg"/>
          </p:nvPr>
        </p:nvSpPr>
        <p:spPr>
          <a:xfrm>
            <a:off x="380880" y="685800"/>
            <a:ext cx="6095520" cy="3428640"/>
          </a:xfrm>
          <a:prstGeom prst="rect">
            <a:avLst/>
          </a:prstGeom>
          <a:ln w="0">
            <a:noFill/>
          </a:ln>
        </p:spPr>
      </p:sp>
      <p:sp>
        <p:nvSpPr>
          <p:cNvPr id="278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82"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83" name="PlaceHolder 4"/>
          <p:cNvSpPr>
            <a:spLocks noGrp="1"/>
          </p:cNvSpPr>
          <p:nvPr>
            <p:ph type="ftr" idx="82"/>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84" name="PlaceHolder 5"/>
          <p:cNvSpPr>
            <a:spLocks noGrp="1"/>
          </p:cNvSpPr>
          <p:nvPr>
            <p:ph type="dt" idx="83"/>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3599883-6507-4F7F-9F35-CD95A263AD5C}"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A87E6EE5-F8EF-48BC-A694-FD65ADACC703}"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85" name="PlaceHolder 6"/>
          <p:cNvSpPr>
            <a:spLocks noGrp="1"/>
          </p:cNvSpPr>
          <p:nvPr>
            <p:ph type="sldNum" idx="84"/>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BED983D5-E673-46A7-BFDA-FB8FAB1DC016}"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6" name="PlaceHolder 1"/>
          <p:cNvSpPr>
            <a:spLocks noGrp="1"/>
          </p:cNvSpPr>
          <p:nvPr>
            <p:ph type="sldImg"/>
          </p:nvPr>
        </p:nvSpPr>
        <p:spPr>
          <a:xfrm>
            <a:off x="380880" y="685800"/>
            <a:ext cx="6095520" cy="3428640"/>
          </a:xfrm>
          <a:prstGeom prst="rect">
            <a:avLst/>
          </a:prstGeom>
          <a:ln w="0">
            <a:noFill/>
          </a:ln>
        </p:spPr>
      </p:sp>
      <p:sp>
        <p:nvSpPr>
          <p:cNvPr id="278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8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89" name="PlaceHolder 4"/>
          <p:cNvSpPr>
            <a:spLocks noGrp="1"/>
          </p:cNvSpPr>
          <p:nvPr>
            <p:ph type="ftr" idx="85"/>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90" name="PlaceHolder 5"/>
          <p:cNvSpPr>
            <a:spLocks noGrp="1"/>
          </p:cNvSpPr>
          <p:nvPr>
            <p:ph type="dt" idx="86"/>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2336E159-F685-4375-9EBE-29A5E68A7C2B}"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CA86D692-99DC-48FA-A9FB-469CFBA8D194}"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91" name="PlaceHolder 6"/>
          <p:cNvSpPr>
            <a:spLocks noGrp="1"/>
          </p:cNvSpPr>
          <p:nvPr>
            <p:ph type="sldNum" idx="87"/>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98417E89-703E-4E03-ACF6-5824139C5D37}"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2" name="PlaceHolder 1"/>
          <p:cNvSpPr>
            <a:spLocks noGrp="1"/>
          </p:cNvSpPr>
          <p:nvPr>
            <p:ph type="sldImg"/>
          </p:nvPr>
        </p:nvSpPr>
        <p:spPr>
          <a:xfrm>
            <a:off x="380880" y="685800"/>
            <a:ext cx="6095520" cy="3428640"/>
          </a:xfrm>
          <a:prstGeom prst="rect">
            <a:avLst/>
          </a:prstGeom>
          <a:ln w="0">
            <a:noFill/>
          </a:ln>
        </p:spPr>
      </p:sp>
      <p:sp>
        <p:nvSpPr>
          <p:cNvPr id="279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79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795" name="PlaceHolder 4"/>
          <p:cNvSpPr>
            <a:spLocks noGrp="1"/>
          </p:cNvSpPr>
          <p:nvPr>
            <p:ph type="ftr" idx="88"/>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796" name="PlaceHolder 5"/>
          <p:cNvSpPr>
            <a:spLocks noGrp="1"/>
          </p:cNvSpPr>
          <p:nvPr>
            <p:ph type="dt" idx="89"/>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16961F37-CB56-460A-8E33-88DAD06BADB0}"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85DB6F64-E914-4EC2-A96E-6971016699E8}"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797" name="PlaceHolder 6"/>
          <p:cNvSpPr>
            <a:spLocks noGrp="1"/>
          </p:cNvSpPr>
          <p:nvPr>
            <p:ph type="sldNum" idx="90"/>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B3613B81-38EE-4CB5-9C78-FB55087B212B}"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8" name="PlaceHolder 1"/>
          <p:cNvSpPr>
            <a:spLocks noGrp="1"/>
          </p:cNvSpPr>
          <p:nvPr>
            <p:ph type="sldImg"/>
          </p:nvPr>
        </p:nvSpPr>
        <p:spPr>
          <a:xfrm>
            <a:off x="380880" y="685800"/>
            <a:ext cx="6095520" cy="3428640"/>
          </a:xfrm>
          <a:prstGeom prst="rect">
            <a:avLst/>
          </a:prstGeom>
          <a:ln w="0">
            <a:noFill/>
          </a:ln>
        </p:spPr>
      </p:sp>
      <p:sp>
        <p:nvSpPr>
          <p:cNvPr id="279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800"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801" name="PlaceHolder 4"/>
          <p:cNvSpPr>
            <a:spLocks noGrp="1"/>
          </p:cNvSpPr>
          <p:nvPr>
            <p:ph type="ftr" idx="91"/>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802" name="PlaceHolder 5"/>
          <p:cNvSpPr>
            <a:spLocks noGrp="1"/>
          </p:cNvSpPr>
          <p:nvPr>
            <p:ph type="dt" idx="92"/>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7E35A0CB-6221-4A6E-BF32-049B58F50CF0}"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5B964BCE-58D6-4C40-AF84-80C391F2128F}"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803" name="PlaceHolder 6"/>
          <p:cNvSpPr>
            <a:spLocks noGrp="1"/>
          </p:cNvSpPr>
          <p:nvPr>
            <p:ph type="sldNum" idx="93"/>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B9016F9C-3E3B-489F-9D25-B549875500E5}"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4" name="PlaceHolder 1"/>
          <p:cNvSpPr>
            <a:spLocks noGrp="1"/>
          </p:cNvSpPr>
          <p:nvPr>
            <p:ph type="sldImg"/>
          </p:nvPr>
        </p:nvSpPr>
        <p:spPr>
          <a:xfrm>
            <a:off x="380880" y="685800"/>
            <a:ext cx="6095520" cy="3428640"/>
          </a:xfrm>
          <a:prstGeom prst="rect">
            <a:avLst/>
          </a:prstGeom>
          <a:ln w="0">
            <a:noFill/>
          </a:ln>
        </p:spPr>
      </p:sp>
      <p:sp>
        <p:nvSpPr>
          <p:cNvPr id="280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806"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807" name="PlaceHolder 4"/>
          <p:cNvSpPr>
            <a:spLocks noGrp="1"/>
          </p:cNvSpPr>
          <p:nvPr>
            <p:ph type="ftr" idx="94"/>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808" name="PlaceHolder 5"/>
          <p:cNvSpPr>
            <a:spLocks noGrp="1"/>
          </p:cNvSpPr>
          <p:nvPr>
            <p:ph type="dt" idx="95"/>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25DE4D33-FDA0-4332-B43E-CB891B09840D}"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2EF23CA7-5EE0-40FB-88B8-8735086D0D8D}"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809" name="PlaceHolder 6"/>
          <p:cNvSpPr>
            <a:spLocks noGrp="1"/>
          </p:cNvSpPr>
          <p:nvPr>
            <p:ph type="sldNum" idx="96"/>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40376699-3FDE-4307-AA00-4D8F4A7AB387}"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0" name="PlaceHolder 1"/>
          <p:cNvSpPr>
            <a:spLocks noGrp="1"/>
          </p:cNvSpPr>
          <p:nvPr>
            <p:ph type="sldImg"/>
          </p:nvPr>
        </p:nvSpPr>
        <p:spPr>
          <a:xfrm>
            <a:off x="380880" y="685800"/>
            <a:ext cx="6095520" cy="3428640"/>
          </a:xfrm>
          <a:prstGeom prst="rect">
            <a:avLst/>
          </a:prstGeom>
          <a:ln w="0">
            <a:noFill/>
          </a:ln>
        </p:spPr>
      </p:sp>
      <p:sp>
        <p:nvSpPr>
          <p:cNvPr id="281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2812" name="PlaceHolder 3"/>
          <p:cNvSpPr>
            <a:spLocks noGrp="1"/>
          </p:cNvSpPr>
          <p:nvPr>
            <p:ph type="sldNum" idx="97"/>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55AE8315-6CA2-4FB1-B64F-5DA762F842BF}" type="slidenum">
              <a:rPr b="0" lang="en-US" sz="1200" strike="noStrike" u="none">
                <a:solidFill>
                  <a:schemeClr val="dk1"/>
                </a:solidFill>
                <a:effectLst/>
                <a:uFillTx/>
                <a:latin typeface="Segoe UI"/>
                <a:ea typeface="+mn-ea"/>
              </a:rPr>
              <a:t>&lt;number&gt;</a:t>
            </a:fld>
            <a:endParaRPr b="0" lang="en-US" sz="1200" strike="noStrike" u="none">
              <a:solidFill>
                <a:srgbClr val="000000"/>
              </a:solidFill>
              <a:effectLst/>
              <a:uFillTx/>
              <a:latin typeface="Times New Roman"/>
            </a:endParaRPr>
          </a:p>
        </p:txBody>
      </p:sp>
      <p:sp>
        <p:nvSpPr>
          <p:cNvPr id="2813" name="PlaceHolder 4"/>
          <p:cNvSpPr>
            <a:spLocks noGrp="1"/>
          </p:cNvSpPr>
          <p:nvPr>
            <p:ph type="dt" idx="98"/>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chemeClr val="dk1"/>
                </a:solidFill>
                <a:effectLst/>
                <a:uFillTx/>
                <a:latin typeface="Segoe UI"/>
                <a:ea typeface="+mn-ea"/>
              </a:defRPr>
            </a:lvl1pPr>
          </a:lstStyle>
          <a:p>
            <a:pPr indent="0" algn="r" defTabSz="914400">
              <a:lnSpc>
                <a:spcPct val="100000"/>
              </a:lnSpc>
              <a:buNone/>
            </a:pPr>
            <a:fld id="{7CACBD76-76FB-4B36-9837-B84DECE7D1FD}" type="datetime1">
              <a:rPr b="0" lang="en-US" sz="1200" strike="noStrike" u="none">
                <a:solidFill>
                  <a:schemeClr val="dk1"/>
                </a:solidFill>
                <a:effectLst/>
                <a:uFillTx/>
                <a:latin typeface="Segoe UI"/>
                <a:ea typeface="+mn-ea"/>
              </a:rPr>
              <a:t>09/27/2025</a:t>
            </a:fld>
            <a:r>
              <a:rPr b="0" lang="en-US" sz="1200" strike="noStrike" u="none">
                <a:solidFill>
                  <a:schemeClr val="dk1"/>
                </a:solidFill>
                <a:effectLst/>
                <a:uFillTx/>
                <a:latin typeface="Segoe UI"/>
                <a:ea typeface="+mn-ea"/>
              </a:rPr>
              <a:t> </a:t>
            </a:r>
            <a:fld id="{A63F6928-9100-4E66-A241-91CDB911CAE7}" type="datetime12">
              <a:rPr b="0" lang="en-US" sz="1200" strike="noStrike" u="none">
                <a:solidFill>
                  <a:schemeClr val="dk1"/>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814" name="PlaceHolder 5"/>
          <p:cNvSpPr>
            <a:spLocks noGrp="1"/>
          </p:cNvSpPr>
          <p:nvPr>
            <p:ph type="ftr" idx="99"/>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
        <p:nvSpPr>
          <p:cNvPr id="2815" name="PlaceHolder 6"/>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6" name="PlaceHolder 1"/>
          <p:cNvSpPr>
            <a:spLocks noGrp="1"/>
          </p:cNvSpPr>
          <p:nvPr>
            <p:ph type="sldImg"/>
          </p:nvPr>
        </p:nvSpPr>
        <p:spPr>
          <a:xfrm>
            <a:off x="380880" y="685800"/>
            <a:ext cx="6095520" cy="3428640"/>
          </a:xfrm>
          <a:prstGeom prst="rect">
            <a:avLst/>
          </a:prstGeom>
          <a:ln w="0">
            <a:noFill/>
          </a:ln>
        </p:spPr>
      </p:sp>
      <p:sp>
        <p:nvSpPr>
          <p:cNvPr id="281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rmAutofit/>
          </a:bodyPr>
          <a:p>
            <a:pPr indent="0">
              <a:buNone/>
            </a:pPr>
            <a:endParaRPr b="0" lang="en-US" sz="1800" strike="noStrike" u="none">
              <a:solidFill>
                <a:srgbClr val="000000"/>
              </a:solidFill>
              <a:effectLst/>
              <a:uFillTx/>
              <a:latin typeface="Arial"/>
            </a:endParaRPr>
          </a:p>
        </p:txBody>
      </p:sp>
      <p:sp>
        <p:nvSpPr>
          <p:cNvPr id="2818"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819" name="PlaceHolder 4"/>
          <p:cNvSpPr>
            <a:spLocks noGrp="1"/>
          </p:cNvSpPr>
          <p:nvPr>
            <p:ph type="dt" idx="100"/>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rgbClr val="000000"/>
                </a:solidFill>
                <a:effectLst/>
                <a:uFillTx/>
                <a:latin typeface="Segoe UI"/>
                <a:ea typeface="+mn-ea"/>
              </a:defRPr>
            </a:lvl1pPr>
          </a:lstStyle>
          <a:p>
            <a:pPr indent="0" algn="r" defTabSz="914400">
              <a:lnSpc>
                <a:spcPct val="100000"/>
              </a:lnSpc>
              <a:buNone/>
            </a:pPr>
            <a:fld id="{CC870FC4-A850-4A46-8827-73C42C03107D}" type="datetime1">
              <a:rPr b="0" lang="en-US" sz="1200" strike="noStrike" u="none">
                <a:solidFill>
                  <a:srgbClr val="000000"/>
                </a:solidFill>
                <a:effectLst/>
                <a:uFillTx/>
                <a:latin typeface="Segoe UI"/>
                <a:ea typeface="+mn-ea"/>
              </a:rPr>
              <a:t>09/27/2025</a:t>
            </a:fld>
            <a:r>
              <a:rPr b="0" lang="en-US" sz="1200" strike="noStrike" u="none">
                <a:solidFill>
                  <a:srgbClr val="000000"/>
                </a:solidFill>
                <a:effectLst/>
                <a:uFillTx/>
                <a:latin typeface="Segoe UI"/>
                <a:ea typeface="+mn-ea"/>
              </a:rPr>
              <a:t> </a:t>
            </a:r>
            <a:fld id="{469FA8BD-6FA8-4651-88BE-92100FF2A627}" type="datetime12">
              <a:rPr b="0" lang="en-US" sz="1200" strike="noStrike" u="none">
                <a:solidFill>
                  <a:srgbClr val="000000"/>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820" name="PlaceHolder 5"/>
          <p:cNvSpPr>
            <a:spLocks noGrp="1"/>
          </p:cNvSpPr>
          <p:nvPr>
            <p:ph type="sldNum" idx="101"/>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rgbClr val="000000"/>
                </a:solidFill>
                <a:effectLst/>
                <a:uFillTx/>
                <a:latin typeface="Segoe UI"/>
                <a:ea typeface="+mn-ea"/>
              </a:defRPr>
            </a:lvl1pPr>
          </a:lstStyle>
          <a:p>
            <a:pPr indent="0" algn="r" defTabSz="914400">
              <a:lnSpc>
                <a:spcPct val="100000"/>
              </a:lnSpc>
              <a:buNone/>
            </a:pPr>
            <a:fld id="{57585811-1778-41D3-9E30-FE590A970FA2}" type="slidenum">
              <a:rPr b="0" lang="en-US" sz="1200" strike="noStrike" u="none">
                <a:solidFill>
                  <a:srgbClr val="000000"/>
                </a:solidFill>
                <a:effectLst/>
                <a:uFillTx/>
                <a:latin typeface="Segoe UI"/>
                <a:ea typeface="+mn-ea"/>
              </a:rPr>
              <a:t>&lt;number&gt;</a:t>
            </a:fld>
            <a:endParaRPr b="0" lang="en-US" sz="1200" strike="noStrike" u="none">
              <a:solidFill>
                <a:srgbClr val="000000"/>
              </a:solidFill>
              <a:effectLst/>
              <a:uFillTx/>
              <a:latin typeface="Times New Roman"/>
            </a:endParaRPr>
          </a:p>
        </p:txBody>
      </p:sp>
      <p:sp>
        <p:nvSpPr>
          <p:cNvPr id="2821" name="PlaceHolder 6"/>
          <p:cNvSpPr>
            <a:spLocks noGrp="1"/>
          </p:cNvSpPr>
          <p:nvPr>
            <p:ph type="ftr" idx="102"/>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2" name="PlaceHolder 1"/>
          <p:cNvSpPr>
            <a:spLocks noGrp="1"/>
          </p:cNvSpPr>
          <p:nvPr>
            <p:ph type="sldImg"/>
          </p:nvPr>
        </p:nvSpPr>
        <p:spPr>
          <a:xfrm>
            <a:off x="380880" y="685800"/>
            <a:ext cx="6095520" cy="3428640"/>
          </a:xfrm>
          <a:prstGeom prst="rect">
            <a:avLst/>
          </a:prstGeom>
          <a:ln w="0">
            <a:noFill/>
          </a:ln>
        </p:spPr>
      </p:sp>
      <p:sp>
        <p:nvSpPr>
          <p:cNvPr id="282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rmAutofit/>
          </a:bodyPr>
          <a:p>
            <a:pPr indent="0">
              <a:buNone/>
            </a:pPr>
            <a:endParaRPr b="0" lang="en-US" sz="1800" strike="noStrike" u="none">
              <a:solidFill>
                <a:srgbClr val="000000"/>
              </a:solidFill>
              <a:effectLst/>
              <a:uFillTx/>
              <a:latin typeface="Arial"/>
            </a:endParaRPr>
          </a:p>
        </p:txBody>
      </p:sp>
      <p:sp>
        <p:nvSpPr>
          <p:cNvPr id="2824" name="PlaceHolder 3"/>
          <p:cNvSpPr>
            <a:spLocks noGrp="1"/>
          </p:cNvSpPr>
          <p:nvPr>
            <p:ph type="hdr"/>
          </p:nvPr>
        </p:nvSpPr>
        <p:spPr>
          <a:xfrm>
            <a:off x="0" y="0"/>
            <a:ext cx="2971440" cy="456840"/>
          </a:xfrm>
          <a:prstGeom prst="rect">
            <a:avLst/>
          </a:prstGeom>
          <a:noFill/>
          <a:ln w="0">
            <a:noFill/>
          </a:ln>
        </p:spPr>
        <p:txBody>
          <a:bodyPr lIns="91440" rIns="91440" tIns="45720" bIns="45720" anchor="t">
            <a:noAutofit/>
          </a:bodyPr>
          <a:p>
            <a:pPr indent="0">
              <a:buNone/>
            </a:pPr>
            <a:endParaRPr b="0" lang="en-US" sz="1200" strike="noStrike" u="none">
              <a:solidFill>
                <a:schemeClr val="dk1"/>
              </a:solidFill>
              <a:effectLst/>
              <a:uFillTx/>
              <a:latin typeface="Segoe UI"/>
              <a:ea typeface="+mn-ea"/>
            </a:endParaRPr>
          </a:p>
        </p:txBody>
      </p:sp>
      <p:sp>
        <p:nvSpPr>
          <p:cNvPr id="2825" name="PlaceHolder 4"/>
          <p:cNvSpPr>
            <a:spLocks noGrp="1"/>
          </p:cNvSpPr>
          <p:nvPr>
            <p:ph type="dt" idx="103"/>
          </p:nvPr>
        </p:nvSpPr>
        <p:spPr>
          <a:xfrm>
            <a:off x="3884760" y="0"/>
            <a:ext cx="2971440" cy="456840"/>
          </a:xfrm>
          <a:prstGeom prst="rect">
            <a:avLst/>
          </a:prstGeom>
          <a:noFill/>
          <a:ln w="0">
            <a:noFill/>
          </a:ln>
        </p:spPr>
        <p:txBody>
          <a:bodyPr lIns="91440" rIns="91440" tIns="45720" bIns="45720" anchor="t">
            <a:noAutofit/>
          </a:bodyPr>
          <a:lstStyle>
            <a:lvl1pPr indent="0" algn="r" defTabSz="914400">
              <a:lnSpc>
                <a:spcPct val="100000"/>
              </a:lnSpc>
              <a:buNone/>
              <a:defRPr b="0" lang="en-US" sz="1200" strike="noStrike" u="none">
                <a:solidFill>
                  <a:srgbClr val="000000"/>
                </a:solidFill>
                <a:effectLst/>
                <a:uFillTx/>
                <a:latin typeface="Segoe UI"/>
                <a:ea typeface="+mn-ea"/>
              </a:defRPr>
            </a:lvl1pPr>
          </a:lstStyle>
          <a:p>
            <a:pPr indent="0" algn="r" defTabSz="914400">
              <a:lnSpc>
                <a:spcPct val="100000"/>
              </a:lnSpc>
              <a:buNone/>
            </a:pPr>
            <a:fld id="{3BAD223D-A538-42BB-A94F-996DBC8FB14C}" type="datetime1">
              <a:rPr b="0" lang="en-US" sz="1200" strike="noStrike" u="none">
                <a:solidFill>
                  <a:srgbClr val="000000"/>
                </a:solidFill>
                <a:effectLst/>
                <a:uFillTx/>
                <a:latin typeface="Segoe UI"/>
                <a:ea typeface="+mn-ea"/>
              </a:rPr>
              <a:t>09/27/2025</a:t>
            </a:fld>
            <a:r>
              <a:rPr b="0" lang="en-US" sz="1200" strike="noStrike" u="none">
                <a:solidFill>
                  <a:srgbClr val="000000"/>
                </a:solidFill>
                <a:effectLst/>
                <a:uFillTx/>
                <a:latin typeface="Segoe UI"/>
                <a:ea typeface="+mn-ea"/>
              </a:rPr>
              <a:t> </a:t>
            </a:r>
            <a:fld id="{6DD00E36-BA5F-43A7-8DDC-2D98B9F7566C}" type="datetime12">
              <a:rPr b="0" lang="en-US" sz="1200" strike="noStrike" u="none">
                <a:solidFill>
                  <a:srgbClr val="000000"/>
                </a:solidFill>
                <a:effectLst/>
                <a:uFillTx/>
                <a:latin typeface="Segoe UI"/>
                <a:ea typeface="+mn-ea"/>
              </a:rPr>
              <a:t>11:25 PM</a:t>
            </a:fld>
            <a:endParaRPr b="0" lang="en-US" sz="1200" strike="noStrike" u="none">
              <a:solidFill>
                <a:srgbClr val="000000"/>
              </a:solidFill>
              <a:effectLst/>
              <a:uFillTx/>
              <a:latin typeface="Times New Roman"/>
            </a:endParaRPr>
          </a:p>
        </p:txBody>
      </p:sp>
      <p:sp>
        <p:nvSpPr>
          <p:cNvPr id="2826" name="PlaceHolder 5"/>
          <p:cNvSpPr>
            <a:spLocks noGrp="1"/>
          </p:cNvSpPr>
          <p:nvPr>
            <p:ph type="sldNum" idx="104"/>
          </p:nvPr>
        </p:nvSpPr>
        <p:spPr>
          <a:xfrm>
            <a:off x="5909400" y="8685360"/>
            <a:ext cx="946800" cy="45684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rgbClr val="000000"/>
                </a:solidFill>
                <a:effectLst/>
                <a:uFillTx/>
                <a:latin typeface="Segoe UI"/>
                <a:ea typeface="+mn-ea"/>
              </a:defRPr>
            </a:lvl1pPr>
          </a:lstStyle>
          <a:p>
            <a:pPr indent="0" algn="r" defTabSz="914400">
              <a:lnSpc>
                <a:spcPct val="100000"/>
              </a:lnSpc>
              <a:buNone/>
            </a:pPr>
            <a:fld id="{66CA334B-20DF-4351-BC80-FB02398D3EA5}" type="slidenum">
              <a:rPr b="0" lang="en-US" sz="1200" strike="noStrike" u="none">
                <a:solidFill>
                  <a:srgbClr val="000000"/>
                </a:solidFill>
                <a:effectLst/>
                <a:uFillTx/>
                <a:latin typeface="Segoe UI"/>
                <a:ea typeface="+mn-ea"/>
              </a:rPr>
              <a:t>&lt;number&gt;</a:t>
            </a:fld>
            <a:endParaRPr b="0" lang="en-US" sz="1200" strike="noStrike" u="none">
              <a:solidFill>
                <a:srgbClr val="000000"/>
              </a:solidFill>
              <a:effectLst/>
              <a:uFillTx/>
              <a:latin typeface="Times New Roman"/>
            </a:endParaRPr>
          </a:p>
        </p:txBody>
      </p:sp>
      <p:sp>
        <p:nvSpPr>
          <p:cNvPr id="2827" name="PlaceHolder 6"/>
          <p:cNvSpPr>
            <a:spLocks noGrp="1"/>
          </p:cNvSpPr>
          <p:nvPr>
            <p:ph type="ftr" idx="105"/>
          </p:nvPr>
        </p:nvSpPr>
        <p:spPr>
          <a:xfrm>
            <a:off x="0" y="8686800"/>
            <a:ext cx="5920560" cy="355680"/>
          </a:xfrm>
          <a:prstGeom prst="rect">
            <a:avLst/>
          </a:prstGeom>
          <a:noFill/>
          <a:ln w="0">
            <a:noFill/>
          </a:ln>
        </p:spPr>
        <p:txBody>
          <a:bodyPr lIns="91440" rIns="91440" tIns="45720" bIns="45720" anchor="b">
            <a:noAutofit/>
          </a:bodyPr>
          <a:lstStyle>
            <a:lvl1pPr marL="571680" indent="0" defTabSz="914040">
              <a:lnSpc>
                <a:spcPct val="100000"/>
              </a:lnSpc>
              <a:buNone/>
              <a:tabLst>
                <a:tab algn="l" pos="0"/>
              </a:tabLst>
              <a:defRPr b="0" lang="en-US" sz="400" strike="noStrike" u="none">
                <a:solidFill>
                  <a:srgbClr val="000000"/>
                </a:solidFill>
                <a:effectLst/>
                <a:uFillTx/>
                <a:latin typeface="Segoe UI"/>
                <a:ea typeface="Segoe UI"/>
              </a:defRPr>
            </a:lvl1pPr>
          </a:lstStyle>
          <a:p>
            <a:pPr marL="571680" indent="0" defTabSz="914040">
              <a:lnSpc>
                <a:spcPct val="100000"/>
              </a:lnSpc>
              <a:buNone/>
              <a:tabLst>
                <a:tab algn="l" pos="0"/>
              </a:tabLst>
            </a:pPr>
            <a:r>
              <a:rPr b="0" lang="en-US" sz="400" strike="noStrike" u="none">
                <a:solidFill>
                  <a:srgbClr val="000000"/>
                </a:solidFill>
                <a:effectLst/>
                <a:uFillTx/>
                <a:latin typeface="Segoe UI"/>
                <a:ea typeface="Segoe UI"/>
              </a:rPr>
              <a:t>© Microsoft Corporation. All rights reserved. MICROSOFT MAKES NO WARRANTIES, EXPRESS, IMPLIED OR STATUTORY, AS TO THE INFORMATION IN THIS PRESENTATION.</a:t>
            </a:r>
            <a:endParaRPr b="0" lang="en-US" sz="4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3.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4.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4.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4.jpe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5.pn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6.png"/>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3.png"/><Relationship Id="rId4" Type="http://schemas.openxmlformats.org/officeDocument/2006/relationships/image" Target="../media/image5.png"/>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6.png"/><Relationship Id="rId4" Type="http://schemas.openxmlformats.org/officeDocument/2006/relationships/image" Target="../media/image7.png"/>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6.png"/><Relationship Id="rId4" Type="http://schemas.openxmlformats.org/officeDocument/2006/relationships/image" Target="../media/image5.png"/>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7.png"/>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6.png"/><Relationship Id="rId4" Type="http://schemas.openxmlformats.org/officeDocument/2006/relationships/image" Target="../media/image5.png"/>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8.png"/><Relationship Id="rId4" Type="http://schemas.openxmlformats.org/officeDocument/2006/relationships/image" Target="../media/image9.png"/>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3.png"/>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3.png"/>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10.png"/>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3.png"/>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4.jpeg"/>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4.jpeg"/>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4.jpeg"/>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10.png"/>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10.png"/>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10.png"/><Relationship Id="rId4" Type="http://schemas.openxmlformats.org/officeDocument/2006/relationships/image" Target="../media/image9.png"/>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10.png"/>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2.png"/>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8.png"/>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8.png"/><Relationship Id="rId4" Type="http://schemas.openxmlformats.org/officeDocument/2006/relationships/image" Target="../media/image9.png"/>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3.png"/><Relationship Id="rId4" Type="http://schemas.openxmlformats.org/officeDocument/2006/relationships/image" Target="../media/image9.png"/>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8.png"/><Relationship Id="rId4" Type="http://schemas.openxmlformats.org/officeDocument/2006/relationships/image" Target="../media/image9.png"/>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10.png"/><Relationship Id="rId4" Type="http://schemas.openxmlformats.org/officeDocument/2006/relationships/image" Target="../media/image9.png"/>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3.png"/>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3.png"/>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33.xml"/><Relationship Id="rId2" Type="http://schemas.openxmlformats.org/officeDocument/2006/relationships/image" Target="../media/image1.wmf"/><Relationship Id="rId3" Type="http://schemas.openxmlformats.org/officeDocument/2006/relationships/image" Target="../media/image3.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lkin 1">
    <p:bg>
      <p:bgPr>
        <a:solidFill>
          <a:srgbClr val="ffffff"/>
        </a:solidFill>
      </p:bgPr>
    </p:bg>
    <p:spTree>
      <p:nvGrpSpPr>
        <p:cNvPr id="1" name=""/>
        <p:cNvGrpSpPr/>
        <p:nvPr/>
      </p:nvGrpSpPr>
      <p:grpSpPr>
        <a:xfrm>
          <a:off x="0" y="0"/>
          <a:ext cx="0" cy="0"/>
          <a:chOff x="0" y="0"/>
          <a:chExt cx="0" cy="0"/>
        </a:xfrm>
      </p:grpSpPr>
      <p:grpSp>
        <p:nvGrpSpPr>
          <p:cNvPr id="0" name="GRID"/>
          <p:cNvGrpSpPr/>
          <p:nvPr/>
        </p:nvGrpSpPr>
        <p:grpSpPr>
          <a:xfrm>
            <a:off x="0" y="0"/>
            <a:ext cx="12191760" cy="6858000"/>
            <a:chOff x="0" y="0"/>
            <a:chExt cx="12191760" cy="6858000"/>
          </a:xfrm>
        </p:grpSpPr>
        <p:cxnSp>
          <p:nvCxnSpPr>
            <p:cNvPr id="1"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3" name="Straight Connector 9"/>
            <p:cNvCxnSpPr/>
            <p:nvPr/>
          </p:nvCxnSpPr>
          <p:spPr>
            <a:xfrm>
              <a:off x="0" y="585000"/>
              <a:ext cx="12189240" cy="360"/>
            </a:xfrm>
            <a:prstGeom prst="straightConnector1">
              <a:avLst/>
            </a:prstGeom>
            <a:ln w="3175">
              <a:solidFill>
                <a:srgbClr val="df45d4"/>
              </a:solidFill>
              <a:round/>
            </a:ln>
          </p:spPr>
        </p:cxnSp>
        <p:cxnSp>
          <p:nvCxnSpPr>
            <p:cNvPr id="4" name="Straight Connector 10"/>
            <p:cNvCxnSpPr/>
            <p:nvPr/>
          </p:nvCxnSpPr>
          <p:spPr>
            <a:xfrm>
              <a:off x="0" y="6272640"/>
              <a:ext cx="12189240" cy="360"/>
            </a:xfrm>
            <a:prstGeom prst="straightConnector1">
              <a:avLst/>
            </a:prstGeom>
            <a:ln w="3175">
              <a:solidFill>
                <a:srgbClr val="df45d4"/>
              </a:solidFill>
              <a:round/>
            </a:ln>
          </p:spPr>
        </p:cxnSp>
        <p:cxnSp>
          <p:nvCxnSpPr>
            <p:cNvPr id="5"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6"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7"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8"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9"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0"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1" name="Straight Connector 17"/>
            <p:cNvCxnSpPr/>
            <p:nvPr/>
          </p:nvCxnSpPr>
          <p:spPr>
            <a:xfrm>
              <a:off x="585000" y="0"/>
              <a:ext cx="360" cy="6858360"/>
            </a:xfrm>
            <a:prstGeom prst="straightConnector1">
              <a:avLst/>
            </a:prstGeom>
            <a:ln w="3175">
              <a:solidFill>
                <a:srgbClr val="df45d4"/>
              </a:solidFill>
              <a:round/>
            </a:ln>
          </p:spPr>
        </p:cxnSp>
        <p:cxnSp>
          <p:nvCxnSpPr>
            <p:cNvPr id="12"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3"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4"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5"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6" name="Straight Connector 22"/>
            <p:cNvCxnSpPr/>
            <p:nvPr/>
          </p:nvCxnSpPr>
          <p:spPr>
            <a:xfrm>
              <a:off x="11606760" y="0"/>
              <a:ext cx="360" cy="6858360"/>
            </a:xfrm>
            <a:prstGeom prst="straightConnector1">
              <a:avLst/>
            </a:prstGeom>
            <a:ln w="3175">
              <a:solidFill>
                <a:srgbClr val="df45d4"/>
              </a:solidFill>
              <a:round/>
            </a:ln>
          </p:spPr>
        </p:cxnSp>
        <p:cxnSp>
          <p:nvCxnSpPr>
            <p:cNvPr id="17"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8"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9"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0"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1"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2"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3"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4"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5"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6"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7"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8"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9"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30"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31"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32"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33"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34"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35"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36"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37"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38" name="Picture 4" descr="A picture containing meter&#10;&#10;Description automatically generated"/>
          <p:cNvPicPr/>
          <p:nvPr/>
        </p:nvPicPr>
        <p:blipFill>
          <a:blip r:embed="rId3"/>
          <a:srcRect l="51535" t="20885" r="1924" b="7748"/>
          <a:stretch/>
        </p:blipFill>
        <p:spPr>
          <a:xfrm>
            <a:off x="0" y="0"/>
            <a:ext cx="12191760" cy="6857640"/>
          </a:xfrm>
          <a:prstGeom prst="rect">
            <a:avLst/>
          </a:prstGeom>
          <a:noFill/>
          <a:ln w="0">
            <a:noFill/>
          </a:ln>
        </p:spPr>
      </p:pic>
      <p:sp>
        <p:nvSpPr>
          <p:cNvPr id="3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770" strike="noStrike" u="none">
                <a:solidFill>
                  <a:schemeClr val="dk1"/>
                </a:solidFill>
                <a:effectLst/>
                <a:uFillTx/>
                <a:latin typeface="Segoe UI"/>
              </a:rPr>
              <a:t>Click to edit the title text format</a:t>
            </a:r>
            <a:endParaRPr b="0" lang="en-US" sz="1770" strike="noStrike" u="none">
              <a:solidFill>
                <a:schemeClr val="dk1"/>
              </a:solidFill>
              <a:effectLst/>
              <a:uFillTx/>
              <a:latin typeface="Segoe UI"/>
            </a:endParaRPr>
          </a:p>
        </p:txBody>
      </p:sp>
      <p:sp>
        <p:nvSpPr>
          <p:cNvPr id="4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800" strike="noStrike" u="none">
                <a:solidFill>
                  <a:schemeClr val="dk1"/>
                </a:solidFill>
                <a:effectLst/>
                <a:uFillTx/>
                <a:latin typeface="Segoe UI Semilight"/>
              </a:rPr>
              <a:t>Click to edit the outline </a:t>
            </a:r>
            <a:r>
              <a:rPr b="0" lang="en-US" sz="2800" strike="noStrike" u="none">
                <a:solidFill>
                  <a:schemeClr val="dk1"/>
                </a:solidFill>
                <a:effectLst/>
                <a:uFillTx/>
                <a:latin typeface="Segoe UI Semilight"/>
              </a:rPr>
              <a:t>text format</a:t>
            </a:r>
            <a:endParaRPr b="0" lang="en-US" sz="2800" strike="noStrike" u="none">
              <a:solidFill>
                <a:schemeClr val="dk1"/>
              </a:solidFill>
              <a:effectLst/>
              <a:uFillTx/>
              <a:latin typeface="Segoe UI Semilight"/>
            </a:endParaRPr>
          </a:p>
          <a:p>
            <a:pPr lvl="1" marL="864000" indent="-324000">
              <a:spcBef>
                <a:spcPts val="1134"/>
              </a:spcBef>
              <a:buClr>
                <a:srgbClr val="000000"/>
              </a:buClr>
              <a:buSzPct val="75000"/>
              <a:buFont typeface="Symbol" charset="2"/>
              <a:buChar char=""/>
            </a:pPr>
            <a:r>
              <a:rPr b="0" lang="en-US" sz="1600" strike="noStrike" u="none">
                <a:solidFill>
                  <a:schemeClr val="dk1"/>
                </a:solidFill>
                <a:effectLst/>
                <a:uFillTx/>
                <a:latin typeface="Segoe UI"/>
              </a:rPr>
              <a:t>Second Outline Level</a:t>
            </a:r>
            <a:endParaRPr b="0" lang="en-US" sz="1600" strike="noStrike" u="none">
              <a:solidFill>
                <a:schemeClr val="dk1"/>
              </a:solidFill>
              <a:effectLst/>
              <a:uFillTx/>
              <a:latin typeface="Segoe UI"/>
            </a:endParaRPr>
          </a:p>
          <a:p>
            <a:pPr lvl="2" marL="1296000" indent="-288000">
              <a:spcBef>
                <a:spcPts val="850"/>
              </a:spcBef>
              <a:buClr>
                <a:srgbClr val="000000"/>
              </a:buClr>
              <a:buSzPct val="45000"/>
              <a:buFont typeface="Wingdings" charset="2"/>
              <a:buChar char=""/>
            </a:pPr>
            <a:r>
              <a:rPr b="0" lang="en-US" sz="1400" strike="noStrike" u="none">
                <a:solidFill>
                  <a:schemeClr val="dk1"/>
                </a:solidFill>
                <a:effectLst/>
                <a:uFillTx/>
                <a:latin typeface="Segoe UI"/>
              </a:rPr>
              <a:t>Third Outline Level</a:t>
            </a:r>
            <a:endParaRPr b="0" lang="en-US" sz="1400" strike="noStrike" u="none">
              <a:solidFill>
                <a:schemeClr val="dk1"/>
              </a:solidFill>
              <a:effectLst/>
              <a:uFillTx/>
              <a:latin typeface="Segoe UI"/>
            </a:endParaRPr>
          </a:p>
          <a:p>
            <a:pPr lvl="3" marL="1728000" indent="-216000">
              <a:spcBef>
                <a:spcPts val="567"/>
              </a:spcBef>
              <a:buClr>
                <a:srgbClr val="000000"/>
              </a:buClr>
              <a:buSzPct val="75000"/>
              <a:buFont typeface="Symbol" charset="2"/>
              <a:buChar char=""/>
            </a:pPr>
            <a:r>
              <a:rPr b="0" lang="en-US" sz="1400" strike="noStrike" u="none">
                <a:solidFill>
                  <a:schemeClr val="dk1"/>
                </a:solidFill>
                <a:effectLst/>
                <a:uFillTx/>
                <a:latin typeface="Segoe UI"/>
              </a:rPr>
              <a:t>Fourth Outline Level</a:t>
            </a:r>
            <a:endParaRPr b="0" lang="en-US" sz="1400" strike="noStrike" u="none">
              <a:solidFill>
                <a:schemeClr val="dk1"/>
              </a:solidFill>
              <a:effectLst/>
              <a:uFillTx/>
              <a:latin typeface="Segoe U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Segoe UI"/>
              </a:rPr>
              <a:t>Fifth Outline Level</a:t>
            </a:r>
            <a:endParaRPr b="0" lang="en-US" sz="2000" strike="noStrike" u="none">
              <a:solidFill>
                <a:schemeClr val="dk1"/>
              </a:solidFill>
              <a:effectLst/>
              <a:uFillTx/>
              <a:latin typeface="Segoe U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Segoe UI"/>
              </a:rPr>
              <a:t>Sixth Outline </a:t>
            </a:r>
            <a:r>
              <a:rPr b="0" lang="en-US" sz="2000" strike="noStrike" u="none">
                <a:solidFill>
                  <a:schemeClr val="dk1"/>
                </a:solidFill>
                <a:effectLst/>
                <a:uFillTx/>
                <a:latin typeface="Segoe UI"/>
              </a:rPr>
              <a:t>Level</a:t>
            </a:r>
            <a:endParaRPr b="0" lang="en-US" sz="2000" strike="noStrike" u="none">
              <a:solidFill>
                <a:schemeClr val="dk1"/>
              </a:solidFill>
              <a:effectLst/>
              <a:uFillTx/>
              <a:latin typeface="Segoe U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Segoe UI"/>
              </a:rPr>
              <a:t>Seventh </a:t>
            </a:r>
            <a:r>
              <a:rPr b="0" lang="en-US" sz="2000" strike="noStrike" u="none">
                <a:solidFill>
                  <a:schemeClr val="dk1"/>
                </a:solidFill>
                <a:effectLst/>
                <a:uFillTx/>
                <a:latin typeface="Segoe UI"/>
              </a:rPr>
              <a:t>Outline </a:t>
            </a:r>
            <a:r>
              <a:rPr b="0" lang="en-US" sz="2000" strike="noStrike" u="none">
                <a:solidFill>
                  <a:schemeClr val="dk1"/>
                </a:solidFill>
                <a:effectLst/>
                <a:uFillTx/>
                <a:latin typeface="Segoe UI"/>
              </a:rPr>
              <a:t>Level</a:t>
            </a:r>
            <a:endParaRPr b="0" lang="en-US" sz="2000" strike="noStrike" u="none">
              <a:solidFill>
                <a:schemeClr val="dk1"/>
              </a:solidFill>
              <a:effectLst/>
              <a:uFillTx/>
              <a:latin typeface="Segoe UI"/>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ontent">
    <p:bg>
      <p:bgPr>
        <a:solidFill>
          <a:srgbClr val="ffffff"/>
        </a:solidFill>
      </p:bgPr>
    </p:bg>
    <p:spTree>
      <p:nvGrpSpPr>
        <p:cNvPr id="1" name=""/>
        <p:cNvGrpSpPr/>
        <p:nvPr/>
      </p:nvGrpSpPr>
      <p:grpSpPr>
        <a:xfrm>
          <a:off x="0" y="0"/>
          <a:ext cx="0" cy="0"/>
          <a:chOff x="0" y="0"/>
          <a:chExt cx="0" cy="0"/>
        </a:xfrm>
      </p:grpSpPr>
      <p:grpSp>
        <p:nvGrpSpPr>
          <p:cNvPr id="41" name="GRID"/>
          <p:cNvGrpSpPr/>
          <p:nvPr/>
        </p:nvGrpSpPr>
        <p:grpSpPr>
          <a:xfrm>
            <a:off x="0" y="0"/>
            <a:ext cx="12191760" cy="6858000"/>
            <a:chOff x="0" y="0"/>
            <a:chExt cx="12191760" cy="6858000"/>
          </a:xfrm>
        </p:grpSpPr>
        <p:cxnSp>
          <p:nvCxnSpPr>
            <p:cNvPr id="42"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43"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44" name="Straight Connector 9"/>
            <p:cNvCxnSpPr/>
            <p:nvPr/>
          </p:nvCxnSpPr>
          <p:spPr>
            <a:xfrm>
              <a:off x="0" y="585000"/>
              <a:ext cx="12189240" cy="360"/>
            </a:xfrm>
            <a:prstGeom prst="straightConnector1">
              <a:avLst/>
            </a:prstGeom>
            <a:ln w="3175">
              <a:solidFill>
                <a:srgbClr val="df45d4"/>
              </a:solidFill>
              <a:round/>
            </a:ln>
          </p:spPr>
        </p:cxnSp>
        <p:cxnSp>
          <p:nvCxnSpPr>
            <p:cNvPr id="45" name="Straight Connector 10"/>
            <p:cNvCxnSpPr/>
            <p:nvPr/>
          </p:nvCxnSpPr>
          <p:spPr>
            <a:xfrm>
              <a:off x="0" y="6272640"/>
              <a:ext cx="12189240" cy="360"/>
            </a:xfrm>
            <a:prstGeom prst="straightConnector1">
              <a:avLst/>
            </a:prstGeom>
            <a:ln w="3175">
              <a:solidFill>
                <a:srgbClr val="df45d4"/>
              </a:solidFill>
              <a:round/>
            </a:ln>
          </p:spPr>
        </p:cxnSp>
        <p:cxnSp>
          <p:nvCxnSpPr>
            <p:cNvPr id="46"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47"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48"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49"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50"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51"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52" name="Straight Connector 17"/>
            <p:cNvCxnSpPr/>
            <p:nvPr/>
          </p:nvCxnSpPr>
          <p:spPr>
            <a:xfrm>
              <a:off x="585000" y="0"/>
              <a:ext cx="360" cy="6858360"/>
            </a:xfrm>
            <a:prstGeom prst="straightConnector1">
              <a:avLst/>
            </a:prstGeom>
            <a:ln w="3175">
              <a:solidFill>
                <a:srgbClr val="df45d4"/>
              </a:solidFill>
              <a:round/>
            </a:ln>
          </p:spPr>
        </p:cxnSp>
        <p:cxnSp>
          <p:nvCxnSpPr>
            <p:cNvPr id="53"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54"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55"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56"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57" name="Straight Connector 22"/>
            <p:cNvCxnSpPr/>
            <p:nvPr/>
          </p:nvCxnSpPr>
          <p:spPr>
            <a:xfrm>
              <a:off x="11606760" y="0"/>
              <a:ext cx="360" cy="6858360"/>
            </a:xfrm>
            <a:prstGeom prst="straightConnector1">
              <a:avLst/>
            </a:prstGeom>
            <a:ln w="3175">
              <a:solidFill>
                <a:srgbClr val="df45d4"/>
              </a:solidFill>
              <a:round/>
            </a:ln>
          </p:spPr>
        </p:cxnSp>
        <p:cxnSp>
          <p:nvCxnSpPr>
            <p:cNvPr id="58"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59"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60"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61"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62"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63"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64"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65"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66"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67"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68"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69"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70"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71"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72"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73"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74"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75"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76"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77"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78"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79"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80" name="PlaceHolder 2"/>
          <p:cNvSpPr>
            <a:spLocks noGrp="1"/>
          </p:cNvSpPr>
          <p:nvPr>
            <p:ph type="body"/>
          </p:nvPr>
        </p:nvSpPr>
        <p:spPr>
          <a:xfrm>
            <a:off x="584280" y="1435320"/>
            <a:ext cx="11018160" cy="2307960"/>
          </a:xfrm>
          <a:prstGeom prst="rect">
            <a:avLst/>
          </a:prstGeom>
          <a:noFill/>
          <a:ln w="0">
            <a:noFill/>
          </a:ln>
        </p:spPr>
        <p:txBody>
          <a:bodyPr lIns="0" rIns="0" tIns="0" bIns="0" anchor="t">
            <a:noAutofit/>
          </a:bodyPr>
          <a:p>
            <a:pPr marL="228600" indent="-228600" defTabSz="932760">
              <a:lnSpc>
                <a:spcPct val="100000"/>
              </a:lnSpc>
              <a:spcBef>
                <a:spcPts val="561"/>
              </a:spcBef>
              <a:buClr>
                <a:srgbClr val="000000"/>
              </a:buClr>
              <a:buSzPct val="90000"/>
              <a:buFont typeface="Wingdings" charset="2"/>
              <a:buChar char=""/>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lvl="1" marL="457200" indent="-228600" defTabSz="932760">
              <a:lnSpc>
                <a:spcPct val="100000"/>
              </a:lnSpc>
              <a:spcBef>
                <a:spcPts val="400"/>
              </a:spcBef>
              <a:buClr>
                <a:srgbClr val="000000"/>
              </a:buClr>
              <a:buSzPct val="90000"/>
              <a:buFont typeface="Wingdings" charset="2"/>
              <a:buChar char=""/>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a:endParaRPr>
          </a:p>
          <a:p>
            <a:pPr lvl="2" marL="657360" indent="-200160" defTabSz="932760">
              <a:lnSpc>
                <a:spcPct val="100000"/>
              </a:lnSpc>
              <a:spcBef>
                <a:spcPts val="320"/>
              </a:spcBef>
              <a:buClr>
                <a:srgbClr val="000000"/>
              </a:buClr>
              <a:buSzPct val="90000"/>
              <a:buFont typeface="Wingdings" charset="2"/>
              <a:buChar char=""/>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a:endParaRPr>
          </a:p>
          <a:p>
            <a:pPr lvl="3" marL="843120" indent="-18108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a:endParaRPr>
          </a:p>
          <a:p>
            <a:pPr lvl="4" marL="1023840" indent="-16812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a:endParaRPr>
          </a:p>
        </p:txBody>
      </p:sp>
      <p:pic>
        <p:nvPicPr>
          <p:cNvPr id="81" name="Picture 3" descr=""/>
          <p:cNvPicPr/>
          <p:nvPr/>
        </p:nvPicPr>
        <p:blipFill>
          <a:blip r:embed="rId3"/>
          <a:stretch/>
        </p:blipFill>
        <p:spPr>
          <a:xfrm>
            <a:off x="0" y="6017400"/>
            <a:ext cx="12191760" cy="257760"/>
          </a:xfrm>
          <a:prstGeom prst="rect">
            <a:avLst/>
          </a:prstGeom>
          <a:noFill/>
          <a:ln w="0">
            <a:noFill/>
          </a:ln>
        </p:spPr>
      </p:pic>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Title and Content">
    <p:bg>
      <p:bgPr>
        <a:solidFill>
          <a:srgbClr val="ffffff"/>
        </a:solidFill>
      </p:bgPr>
    </p:bg>
    <p:spTree>
      <p:nvGrpSpPr>
        <p:cNvPr id="1" name=""/>
        <p:cNvGrpSpPr/>
        <p:nvPr/>
      </p:nvGrpSpPr>
      <p:grpSpPr>
        <a:xfrm>
          <a:off x="0" y="0"/>
          <a:ext cx="0" cy="0"/>
          <a:chOff x="0" y="0"/>
          <a:chExt cx="0" cy="0"/>
        </a:xfrm>
      </p:grpSpPr>
      <p:grpSp>
        <p:nvGrpSpPr>
          <p:cNvPr id="82" name="GRID"/>
          <p:cNvGrpSpPr/>
          <p:nvPr/>
        </p:nvGrpSpPr>
        <p:grpSpPr>
          <a:xfrm>
            <a:off x="0" y="0"/>
            <a:ext cx="12191760" cy="6858000"/>
            <a:chOff x="0" y="0"/>
            <a:chExt cx="12191760" cy="6858000"/>
          </a:xfrm>
        </p:grpSpPr>
        <p:cxnSp>
          <p:nvCxnSpPr>
            <p:cNvPr id="8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8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85" name="Straight Connector 9"/>
            <p:cNvCxnSpPr/>
            <p:nvPr/>
          </p:nvCxnSpPr>
          <p:spPr>
            <a:xfrm>
              <a:off x="0" y="585000"/>
              <a:ext cx="12189240" cy="360"/>
            </a:xfrm>
            <a:prstGeom prst="straightConnector1">
              <a:avLst/>
            </a:prstGeom>
            <a:ln w="3175">
              <a:solidFill>
                <a:srgbClr val="df45d4"/>
              </a:solidFill>
              <a:round/>
            </a:ln>
          </p:spPr>
        </p:cxnSp>
        <p:cxnSp>
          <p:nvCxnSpPr>
            <p:cNvPr id="86" name="Straight Connector 10"/>
            <p:cNvCxnSpPr/>
            <p:nvPr/>
          </p:nvCxnSpPr>
          <p:spPr>
            <a:xfrm>
              <a:off x="0" y="6272640"/>
              <a:ext cx="12189240" cy="360"/>
            </a:xfrm>
            <a:prstGeom prst="straightConnector1">
              <a:avLst/>
            </a:prstGeom>
            <a:ln w="3175">
              <a:solidFill>
                <a:srgbClr val="df45d4"/>
              </a:solidFill>
              <a:round/>
            </a:ln>
          </p:spPr>
        </p:cxnSp>
        <p:cxnSp>
          <p:nvCxnSpPr>
            <p:cNvPr id="8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8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8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9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9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9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93" name="Straight Connector 17"/>
            <p:cNvCxnSpPr/>
            <p:nvPr/>
          </p:nvCxnSpPr>
          <p:spPr>
            <a:xfrm>
              <a:off x="585000" y="0"/>
              <a:ext cx="360" cy="6858360"/>
            </a:xfrm>
            <a:prstGeom prst="straightConnector1">
              <a:avLst/>
            </a:prstGeom>
            <a:ln w="3175">
              <a:solidFill>
                <a:srgbClr val="df45d4"/>
              </a:solidFill>
              <a:round/>
            </a:ln>
          </p:spPr>
        </p:cxnSp>
        <p:cxnSp>
          <p:nvCxnSpPr>
            <p:cNvPr id="9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9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9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9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98" name="Straight Connector 22"/>
            <p:cNvCxnSpPr/>
            <p:nvPr/>
          </p:nvCxnSpPr>
          <p:spPr>
            <a:xfrm>
              <a:off x="11606760" y="0"/>
              <a:ext cx="360" cy="6858360"/>
            </a:xfrm>
            <a:prstGeom prst="straightConnector1">
              <a:avLst/>
            </a:prstGeom>
            <a:ln w="3175">
              <a:solidFill>
                <a:srgbClr val="df45d4"/>
              </a:solidFill>
              <a:round/>
            </a:ln>
          </p:spPr>
        </p:cxnSp>
        <p:cxnSp>
          <p:nvCxnSpPr>
            <p:cNvPr id="9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0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0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0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0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0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0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0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0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0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0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1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1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1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1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1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1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1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17"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18"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1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20"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121" name="PlaceHolder 2"/>
          <p:cNvSpPr>
            <a:spLocks noGrp="1"/>
          </p:cNvSpPr>
          <p:nvPr>
            <p:ph type="body"/>
          </p:nvPr>
        </p:nvSpPr>
        <p:spPr>
          <a:xfrm>
            <a:off x="584280" y="1435320"/>
            <a:ext cx="11018160" cy="2307960"/>
          </a:xfrm>
          <a:prstGeom prst="rect">
            <a:avLst/>
          </a:prstGeom>
          <a:noFill/>
          <a:ln w="0">
            <a:noFill/>
          </a:ln>
        </p:spPr>
        <p:txBody>
          <a:bodyPr lIns="0" rIns="0" tIns="0" bIns="0" anchor="t">
            <a:noAutofit/>
          </a:bodyPr>
          <a:p>
            <a:pPr marL="228600" indent="-228600" defTabSz="932760">
              <a:lnSpc>
                <a:spcPct val="100000"/>
              </a:lnSpc>
              <a:spcBef>
                <a:spcPts val="561"/>
              </a:spcBef>
              <a:buClr>
                <a:srgbClr val="000000"/>
              </a:buClr>
              <a:buSzPct val="90000"/>
              <a:buFont typeface="Wingdings" charset="2"/>
              <a:buChar char=""/>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lvl="1" marL="457200" indent="-228600" defTabSz="932760">
              <a:lnSpc>
                <a:spcPct val="100000"/>
              </a:lnSpc>
              <a:spcBef>
                <a:spcPts val="400"/>
              </a:spcBef>
              <a:buClr>
                <a:srgbClr val="000000"/>
              </a:buClr>
              <a:buSzPct val="90000"/>
              <a:buFont typeface="Wingdings" charset="2"/>
              <a:buChar char=""/>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a:endParaRPr>
          </a:p>
          <a:p>
            <a:pPr lvl="2" marL="657360" indent="-200160" defTabSz="932760">
              <a:lnSpc>
                <a:spcPct val="100000"/>
              </a:lnSpc>
              <a:spcBef>
                <a:spcPts val="320"/>
              </a:spcBef>
              <a:buClr>
                <a:srgbClr val="000000"/>
              </a:buClr>
              <a:buSzPct val="90000"/>
              <a:buFont typeface="Wingdings" charset="2"/>
              <a:buChar char=""/>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a:endParaRPr>
          </a:p>
          <a:p>
            <a:pPr lvl="3" marL="843120" indent="-18108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a:endParaRPr>
          </a:p>
          <a:p>
            <a:pPr lvl="4" marL="1023840" indent="-16812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lumn Non-bulleted text">
    <p:bg>
      <p:bgPr>
        <a:solidFill>
          <a:srgbClr val="ffffff"/>
        </a:solidFill>
      </p:bgPr>
    </p:bg>
    <p:spTree>
      <p:nvGrpSpPr>
        <p:cNvPr id="1" name=""/>
        <p:cNvGrpSpPr/>
        <p:nvPr/>
      </p:nvGrpSpPr>
      <p:grpSpPr>
        <a:xfrm>
          <a:off x="0" y="0"/>
          <a:ext cx="0" cy="0"/>
          <a:chOff x="0" y="0"/>
          <a:chExt cx="0" cy="0"/>
        </a:xfrm>
      </p:grpSpPr>
      <p:grpSp>
        <p:nvGrpSpPr>
          <p:cNvPr id="122" name="GRID"/>
          <p:cNvGrpSpPr/>
          <p:nvPr/>
        </p:nvGrpSpPr>
        <p:grpSpPr>
          <a:xfrm>
            <a:off x="0" y="0"/>
            <a:ext cx="12191760" cy="6858000"/>
            <a:chOff x="0" y="0"/>
            <a:chExt cx="12191760" cy="6858000"/>
          </a:xfrm>
        </p:grpSpPr>
        <p:cxnSp>
          <p:nvCxnSpPr>
            <p:cNvPr id="12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2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25" name="Straight Connector 9"/>
            <p:cNvCxnSpPr/>
            <p:nvPr/>
          </p:nvCxnSpPr>
          <p:spPr>
            <a:xfrm>
              <a:off x="0" y="585000"/>
              <a:ext cx="12189240" cy="360"/>
            </a:xfrm>
            <a:prstGeom prst="straightConnector1">
              <a:avLst/>
            </a:prstGeom>
            <a:ln w="3175">
              <a:solidFill>
                <a:srgbClr val="df45d4"/>
              </a:solidFill>
              <a:round/>
            </a:ln>
          </p:spPr>
        </p:cxnSp>
        <p:cxnSp>
          <p:nvCxnSpPr>
            <p:cNvPr id="126" name="Straight Connector 10"/>
            <p:cNvCxnSpPr/>
            <p:nvPr/>
          </p:nvCxnSpPr>
          <p:spPr>
            <a:xfrm>
              <a:off x="0" y="6272640"/>
              <a:ext cx="12189240" cy="360"/>
            </a:xfrm>
            <a:prstGeom prst="straightConnector1">
              <a:avLst/>
            </a:prstGeom>
            <a:ln w="3175">
              <a:solidFill>
                <a:srgbClr val="df45d4"/>
              </a:solidFill>
              <a:round/>
            </a:ln>
          </p:spPr>
        </p:cxnSp>
        <p:cxnSp>
          <p:nvCxnSpPr>
            <p:cNvPr id="12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2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2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3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3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3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33" name="Straight Connector 17"/>
            <p:cNvCxnSpPr/>
            <p:nvPr/>
          </p:nvCxnSpPr>
          <p:spPr>
            <a:xfrm>
              <a:off x="585000" y="0"/>
              <a:ext cx="360" cy="6858360"/>
            </a:xfrm>
            <a:prstGeom prst="straightConnector1">
              <a:avLst/>
            </a:prstGeom>
            <a:ln w="3175">
              <a:solidFill>
                <a:srgbClr val="df45d4"/>
              </a:solidFill>
              <a:round/>
            </a:ln>
          </p:spPr>
        </p:cxnSp>
        <p:cxnSp>
          <p:nvCxnSpPr>
            <p:cNvPr id="13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3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3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3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38" name="Straight Connector 22"/>
            <p:cNvCxnSpPr/>
            <p:nvPr/>
          </p:nvCxnSpPr>
          <p:spPr>
            <a:xfrm>
              <a:off x="11606760" y="0"/>
              <a:ext cx="360" cy="6858360"/>
            </a:xfrm>
            <a:prstGeom prst="straightConnector1">
              <a:avLst/>
            </a:prstGeom>
            <a:ln w="3175">
              <a:solidFill>
                <a:srgbClr val="df45d4"/>
              </a:solidFill>
              <a:round/>
            </a:ln>
          </p:spPr>
        </p:cxnSp>
        <p:cxnSp>
          <p:nvCxnSpPr>
            <p:cNvPr id="13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4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4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4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4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4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4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4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4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4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4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5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5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5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5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5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5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5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57"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58"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5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60"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161" name="PlaceHolder 2"/>
          <p:cNvSpPr>
            <a:spLocks noGrp="1"/>
          </p:cNvSpPr>
          <p:nvPr>
            <p:ph type="body"/>
          </p:nvPr>
        </p:nvSpPr>
        <p:spPr>
          <a:xfrm>
            <a:off x="584280" y="1434960"/>
            <a:ext cx="5211720" cy="4701960"/>
          </a:xfrm>
          <a:prstGeom prst="rect">
            <a:avLst/>
          </a:prstGeom>
          <a:noFill/>
          <a:ln w="0">
            <a:noFill/>
          </a:ln>
        </p:spPr>
        <p:txBody>
          <a:bodyPr lIns="0" rIns="0" tIns="0" bIns="0" anchor="t">
            <a:spAutoFit/>
          </a:bodyPr>
          <a:p>
            <a:pPr indent="0" defTabSz="932760">
              <a:lnSpc>
                <a:spcPct val="100000"/>
              </a:lnSpc>
              <a:spcBef>
                <a:spcPts val="1225"/>
              </a:spcBef>
              <a:buNone/>
              <a:tabLst>
                <a:tab algn="l" pos="0"/>
              </a:tabLst>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marL="255600" indent="0" defTabSz="932760">
              <a:lnSpc>
                <a:spcPct val="100000"/>
              </a:lnSpc>
              <a:spcBef>
                <a:spcPts val="400"/>
              </a:spcBef>
              <a:buNone/>
              <a:tabLst>
                <a:tab algn="l" pos="0"/>
              </a:tabLst>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Semilight"/>
            </a:endParaRPr>
          </a:p>
          <a:p>
            <a:pPr marL="450720" indent="0" defTabSz="932760">
              <a:lnSpc>
                <a:spcPct val="100000"/>
              </a:lnSpc>
              <a:spcBef>
                <a:spcPts val="320"/>
              </a:spcBef>
              <a:buNone/>
              <a:tabLst>
                <a:tab algn="l" pos="0"/>
              </a:tabLst>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Semilight"/>
            </a:endParaRPr>
          </a:p>
          <a:p>
            <a:pPr marL="652320" indent="0" defTabSz="932760">
              <a:lnSpc>
                <a:spcPct val="100000"/>
              </a:lnSpc>
              <a:spcBef>
                <a:spcPts val="281"/>
              </a:spcBef>
              <a:buNone/>
              <a:tabLst>
                <a:tab algn="l" pos="0"/>
              </a:tabLst>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Semilight"/>
            </a:endParaRPr>
          </a:p>
          <a:p>
            <a:pPr marL="853920" indent="0" defTabSz="932760">
              <a:lnSpc>
                <a:spcPct val="100000"/>
              </a:lnSpc>
              <a:spcBef>
                <a:spcPts val="281"/>
              </a:spcBef>
              <a:buNone/>
              <a:tabLst>
                <a:tab algn="l" pos="0"/>
              </a:tabLst>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Semilight"/>
            </a:endParaRPr>
          </a:p>
        </p:txBody>
      </p:sp>
      <p:sp>
        <p:nvSpPr>
          <p:cNvPr id="162" name="PlaceHolder 3"/>
          <p:cNvSpPr>
            <a:spLocks noGrp="1"/>
          </p:cNvSpPr>
          <p:nvPr>
            <p:ph type="body"/>
          </p:nvPr>
        </p:nvSpPr>
        <p:spPr>
          <a:xfrm>
            <a:off x="6397200" y="1434960"/>
            <a:ext cx="5211720" cy="4701960"/>
          </a:xfrm>
          <a:prstGeom prst="rect">
            <a:avLst/>
          </a:prstGeom>
          <a:noFill/>
          <a:ln w="0">
            <a:noFill/>
          </a:ln>
        </p:spPr>
        <p:txBody>
          <a:bodyPr lIns="0" rIns="0" tIns="0" bIns="0" anchor="t">
            <a:spAutoFit/>
          </a:bodyPr>
          <a:p>
            <a:pPr indent="0" defTabSz="932760">
              <a:lnSpc>
                <a:spcPct val="100000"/>
              </a:lnSpc>
              <a:spcBef>
                <a:spcPts val="1225"/>
              </a:spcBef>
              <a:buNone/>
              <a:tabLst>
                <a:tab algn="l" pos="0"/>
              </a:tabLst>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marL="255600" indent="0" defTabSz="932760">
              <a:lnSpc>
                <a:spcPct val="100000"/>
              </a:lnSpc>
              <a:spcBef>
                <a:spcPts val="400"/>
              </a:spcBef>
              <a:buNone/>
              <a:tabLst>
                <a:tab algn="l" pos="0"/>
              </a:tabLst>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Semilight"/>
            </a:endParaRPr>
          </a:p>
          <a:p>
            <a:pPr marL="450720" indent="0" defTabSz="932760">
              <a:lnSpc>
                <a:spcPct val="100000"/>
              </a:lnSpc>
              <a:spcBef>
                <a:spcPts val="320"/>
              </a:spcBef>
              <a:buNone/>
              <a:tabLst>
                <a:tab algn="l" pos="0"/>
              </a:tabLst>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Semilight"/>
            </a:endParaRPr>
          </a:p>
          <a:p>
            <a:pPr marL="652320" indent="0" defTabSz="932760">
              <a:lnSpc>
                <a:spcPct val="100000"/>
              </a:lnSpc>
              <a:spcBef>
                <a:spcPts val="281"/>
              </a:spcBef>
              <a:buNone/>
              <a:tabLst>
                <a:tab algn="l" pos="0"/>
              </a:tabLst>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Semilight"/>
            </a:endParaRPr>
          </a:p>
          <a:p>
            <a:pPr marL="853920" indent="0" defTabSz="932760">
              <a:lnSpc>
                <a:spcPct val="100000"/>
              </a:lnSpc>
              <a:spcBef>
                <a:spcPts val="281"/>
              </a:spcBef>
              <a:buNone/>
              <a:tabLst>
                <a:tab algn="l" pos="0"/>
              </a:tabLst>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Semilight"/>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 Column Bullet text">
    <p:bg>
      <p:bgPr>
        <a:solidFill>
          <a:srgbClr val="ffffff"/>
        </a:solidFill>
      </p:bgPr>
    </p:bg>
    <p:spTree>
      <p:nvGrpSpPr>
        <p:cNvPr id="1" name=""/>
        <p:cNvGrpSpPr/>
        <p:nvPr/>
      </p:nvGrpSpPr>
      <p:grpSpPr>
        <a:xfrm>
          <a:off x="0" y="0"/>
          <a:ext cx="0" cy="0"/>
          <a:chOff x="0" y="0"/>
          <a:chExt cx="0" cy="0"/>
        </a:xfrm>
      </p:grpSpPr>
      <p:grpSp>
        <p:nvGrpSpPr>
          <p:cNvPr id="163" name="GRID"/>
          <p:cNvGrpSpPr/>
          <p:nvPr/>
        </p:nvGrpSpPr>
        <p:grpSpPr>
          <a:xfrm>
            <a:off x="0" y="0"/>
            <a:ext cx="12191760" cy="6858000"/>
            <a:chOff x="0" y="0"/>
            <a:chExt cx="12191760" cy="6858000"/>
          </a:xfrm>
        </p:grpSpPr>
        <p:cxnSp>
          <p:nvCxnSpPr>
            <p:cNvPr id="16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6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66" name="Straight Connector 9"/>
            <p:cNvCxnSpPr/>
            <p:nvPr/>
          </p:nvCxnSpPr>
          <p:spPr>
            <a:xfrm>
              <a:off x="0" y="585000"/>
              <a:ext cx="12189240" cy="360"/>
            </a:xfrm>
            <a:prstGeom prst="straightConnector1">
              <a:avLst/>
            </a:prstGeom>
            <a:ln w="3175">
              <a:solidFill>
                <a:srgbClr val="df45d4"/>
              </a:solidFill>
              <a:round/>
            </a:ln>
          </p:spPr>
        </p:cxnSp>
        <p:cxnSp>
          <p:nvCxnSpPr>
            <p:cNvPr id="167" name="Straight Connector 10"/>
            <p:cNvCxnSpPr/>
            <p:nvPr/>
          </p:nvCxnSpPr>
          <p:spPr>
            <a:xfrm>
              <a:off x="0" y="6272640"/>
              <a:ext cx="12189240" cy="360"/>
            </a:xfrm>
            <a:prstGeom prst="straightConnector1">
              <a:avLst/>
            </a:prstGeom>
            <a:ln w="3175">
              <a:solidFill>
                <a:srgbClr val="df45d4"/>
              </a:solidFill>
              <a:round/>
            </a:ln>
          </p:spPr>
        </p:cxnSp>
        <p:cxnSp>
          <p:nvCxnSpPr>
            <p:cNvPr id="16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6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7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7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7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7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74" name="Straight Connector 17"/>
            <p:cNvCxnSpPr/>
            <p:nvPr/>
          </p:nvCxnSpPr>
          <p:spPr>
            <a:xfrm>
              <a:off x="585000" y="0"/>
              <a:ext cx="360" cy="6858360"/>
            </a:xfrm>
            <a:prstGeom prst="straightConnector1">
              <a:avLst/>
            </a:prstGeom>
            <a:ln w="3175">
              <a:solidFill>
                <a:srgbClr val="df45d4"/>
              </a:solidFill>
              <a:round/>
            </a:ln>
          </p:spPr>
        </p:cxnSp>
        <p:cxnSp>
          <p:nvCxnSpPr>
            <p:cNvPr id="17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7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7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7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79" name="Straight Connector 22"/>
            <p:cNvCxnSpPr/>
            <p:nvPr/>
          </p:nvCxnSpPr>
          <p:spPr>
            <a:xfrm>
              <a:off x="11606760" y="0"/>
              <a:ext cx="360" cy="6858360"/>
            </a:xfrm>
            <a:prstGeom prst="straightConnector1">
              <a:avLst/>
            </a:prstGeom>
            <a:ln w="3175">
              <a:solidFill>
                <a:srgbClr val="df45d4"/>
              </a:solidFill>
              <a:round/>
            </a:ln>
          </p:spPr>
        </p:cxnSp>
        <p:cxnSp>
          <p:nvCxnSpPr>
            <p:cNvPr id="18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8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8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8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8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8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8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8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8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8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9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9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9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9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9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9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9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9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98"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99"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0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01"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202" name="PlaceHolder 2"/>
          <p:cNvSpPr>
            <a:spLocks noGrp="1"/>
          </p:cNvSpPr>
          <p:nvPr>
            <p:ph type="body"/>
          </p:nvPr>
        </p:nvSpPr>
        <p:spPr>
          <a:xfrm>
            <a:off x="584280" y="1437480"/>
            <a:ext cx="5211720" cy="4701960"/>
          </a:xfrm>
          <a:prstGeom prst="rect">
            <a:avLst/>
          </a:prstGeom>
          <a:noFill/>
          <a:ln w="0">
            <a:noFill/>
          </a:ln>
        </p:spPr>
        <p:txBody>
          <a:bodyPr lIns="0" rIns="0" tIns="0" bIns="0" anchor="t">
            <a:spAutoFit/>
          </a:bodyPr>
          <a:p>
            <a:pPr marL="231840" indent="-231840" defTabSz="932760">
              <a:lnSpc>
                <a:spcPct val="100000"/>
              </a:lnSpc>
              <a:spcBef>
                <a:spcPts val="1225"/>
              </a:spcBef>
              <a:buClr>
                <a:srgbClr val="000000"/>
              </a:buClr>
              <a:buSzPct val="90000"/>
              <a:buFont typeface="Wingdings" charset="2"/>
              <a:buChar char=""/>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lvl="1" marL="426960" indent="-171360" defTabSz="932760">
              <a:lnSpc>
                <a:spcPct val="100000"/>
              </a:lnSpc>
              <a:spcBef>
                <a:spcPts val="400"/>
              </a:spcBef>
              <a:buClr>
                <a:srgbClr val="000000"/>
              </a:buClr>
              <a:buSzPct val="90000"/>
              <a:buFont typeface="Wingdings" charset="2"/>
              <a:buChar char=""/>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a:endParaRPr>
          </a:p>
          <a:p>
            <a:pPr lvl="2" marL="639720" indent="-189000" defTabSz="932760">
              <a:lnSpc>
                <a:spcPct val="100000"/>
              </a:lnSpc>
              <a:spcBef>
                <a:spcPts val="320"/>
              </a:spcBef>
              <a:buClr>
                <a:srgbClr val="000000"/>
              </a:buClr>
              <a:buSzPct val="90000"/>
              <a:buFont typeface="Wingdings" charset="2"/>
              <a:buChar char=""/>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a:endParaRPr>
          </a:p>
          <a:p>
            <a:pPr lvl="3" marL="828720" indent="-17604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a:endParaRPr>
          </a:p>
          <a:p>
            <a:pPr lvl="4" marL="1023840" indent="-16992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a:endParaRPr>
          </a:p>
        </p:txBody>
      </p:sp>
      <p:sp>
        <p:nvSpPr>
          <p:cNvPr id="203" name="PlaceHolder 3"/>
          <p:cNvSpPr>
            <a:spLocks noGrp="1"/>
          </p:cNvSpPr>
          <p:nvPr>
            <p:ph type="body"/>
          </p:nvPr>
        </p:nvSpPr>
        <p:spPr>
          <a:xfrm>
            <a:off x="6390000" y="1437480"/>
            <a:ext cx="5211720" cy="4701960"/>
          </a:xfrm>
          <a:prstGeom prst="rect">
            <a:avLst/>
          </a:prstGeom>
          <a:noFill/>
          <a:ln w="0">
            <a:noFill/>
          </a:ln>
        </p:spPr>
        <p:txBody>
          <a:bodyPr lIns="0" rIns="0" tIns="0" bIns="0" anchor="t">
            <a:spAutoFit/>
          </a:bodyPr>
          <a:p>
            <a:pPr marL="231840" indent="-231840" defTabSz="932760">
              <a:lnSpc>
                <a:spcPct val="100000"/>
              </a:lnSpc>
              <a:spcBef>
                <a:spcPts val="1225"/>
              </a:spcBef>
              <a:buClr>
                <a:srgbClr val="000000"/>
              </a:buClr>
              <a:buSzPct val="90000"/>
              <a:buFont typeface="Wingdings" charset="2"/>
              <a:buChar char=""/>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lvl="1" marL="426960" indent="-171360" defTabSz="932760">
              <a:lnSpc>
                <a:spcPct val="100000"/>
              </a:lnSpc>
              <a:spcBef>
                <a:spcPts val="400"/>
              </a:spcBef>
              <a:buClr>
                <a:srgbClr val="000000"/>
              </a:buClr>
              <a:buSzPct val="90000"/>
              <a:buFont typeface="Wingdings" charset="2"/>
              <a:buChar char=""/>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a:endParaRPr>
          </a:p>
          <a:p>
            <a:pPr lvl="2" marL="639720" indent="-189000" defTabSz="932760">
              <a:lnSpc>
                <a:spcPct val="100000"/>
              </a:lnSpc>
              <a:spcBef>
                <a:spcPts val="320"/>
              </a:spcBef>
              <a:buClr>
                <a:srgbClr val="000000"/>
              </a:buClr>
              <a:buSzPct val="90000"/>
              <a:buFont typeface="Wingdings" charset="2"/>
              <a:buChar char=""/>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a:endParaRPr>
          </a:p>
          <a:p>
            <a:pPr lvl="3" marL="828720" indent="-17604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a:endParaRPr>
          </a:p>
          <a:p>
            <a:pPr lvl="4" marL="1023840" indent="-169920" defTabSz="932760">
              <a:lnSpc>
                <a:spcPct val="100000"/>
              </a:lnSpc>
              <a:spcBef>
                <a:spcPts val="281"/>
              </a:spcBef>
              <a:buClr>
                <a:srgbClr val="000000"/>
              </a:buClr>
              <a:buSzPct val="90000"/>
              <a:buFont typeface="Wingdings" charset="2"/>
              <a:buChar char=""/>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Only">
    <p:bg>
      <p:bgPr>
        <a:solidFill>
          <a:srgbClr val="ffffff"/>
        </a:solidFill>
      </p:bgPr>
    </p:bg>
    <p:spTree>
      <p:nvGrpSpPr>
        <p:cNvPr id="1" name=""/>
        <p:cNvGrpSpPr/>
        <p:nvPr/>
      </p:nvGrpSpPr>
      <p:grpSpPr>
        <a:xfrm>
          <a:off x="0" y="0"/>
          <a:ext cx="0" cy="0"/>
          <a:chOff x="0" y="0"/>
          <a:chExt cx="0" cy="0"/>
        </a:xfrm>
      </p:grpSpPr>
      <p:grpSp>
        <p:nvGrpSpPr>
          <p:cNvPr id="204" name="GRID"/>
          <p:cNvGrpSpPr/>
          <p:nvPr/>
        </p:nvGrpSpPr>
        <p:grpSpPr>
          <a:xfrm>
            <a:off x="0" y="0"/>
            <a:ext cx="12191760" cy="6858000"/>
            <a:chOff x="0" y="0"/>
            <a:chExt cx="12191760" cy="6858000"/>
          </a:xfrm>
        </p:grpSpPr>
        <p:cxnSp>
          <p:nvCxnSpPr>
            <p:cNvPr id="205"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06"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07" name="Straight Connector 9"/>
            <p:cNvCxnSpPr/>
            <p:nvPr/>
          </p:nvCxnSpPr>
          <p:spPr>
            <a:xfrm>
              <a:off x="0" y="585000"/>
              <a:ext cx="12189240" cy="360"/>
            </a:xfrm>
            <a:prstGeom prst="straightConnector1">
              <a:avLst/>
            </a:prstGeom>
            <a:ln w="3175">
              <a:solidFill>
                <a:srgbClr val="df45d4"/>
              </a:solidFill>
              <a:round/>
            </a:ln>
          </p:spPr>
        </p:cxnSp>
        <p:cxnSp>
          <p:nvCxnSpPr>
            <p:cNvPr id="208" name="Straight Connector 10"/>
            <p:cNvCxnSpPr/>
            <p:nvPr/>
          </p:nvCxnSpPr>
          <p:spPr>
            <a:xfrm>
              <a:off x="0" y="6272640"/>
              <a:ext cx="12189240" cy="360"/>
            </a:xfrm>
            <a:prstGeom prst="straightConnector1">
              <a:avLst/>
            </a:prstGeom>
            <a:ln w="3175">
              <a:solidFill>
                <a:srgbClr val="df45d4"/>
              </a:solidFill>
              <a:round/>
            </a:ln>
          </p:spPr>
        </p:cxnSp>
        <p:cxnSp>
          <p:nvCxnSpPr>
            <p:cNvPr id="209"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10"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11"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12"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13"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14"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15" name="Straight Connector 17"/>
            <p:cNvCxnSpPr/>
            <p:nvPr/>
          </p:nvCxnSpPr>
          <p:spPr>
            <a:xfrm>
              <a:off x="585000" y="0"/>
              <a:ext cx="360" cy="6858360"/>
            </a:xfrm>
            <a:prstGeom prst="straightConnector1">
              <a:avLst/>
            </a:prstGeom>
            <a:ln w="3175">
              <a:solidFill>
                <a:srgbClr val="df45d4"/>
              </a:solidFill>
              <a:round/>
            </a:ln>
          </p:spPr>
        </p:cxnSp>
        <p:cxnSp>
          <p:nvCxnSpPr>
            <p:cNvPr id="216"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17"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18"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19"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20" name="Straight Connector 22"/>
            <p:cNvCxnSpPr/>
            <p:nvPr/>
          </p:nvCxnSpPr>
          <p:spPr>
            <a:xfrm>
              <a:off x="11606760" y="0"/>
              <a:ext cx="360" cy="6858360"/>
            </a:xfrm>
            <a:prstGeom prst="straightConnector1">
              <a:avLst/>
            </a:prstGeom>
            <a:ln w="3175">
              <a:solidFill>
                <a:srgbClr val="df45d4"/>
              </a:solidFill>
              <a:round/>
            </a:ln>
          </p:spPr>
        </p:cxnSp>
        <p:cxnSp>
          <p:nvCxnSpPr>
            <p:cNvPr id="221"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22"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23"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24"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25"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26"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27"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28"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29"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30"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31"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32"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33"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34"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35"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36"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37"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38"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39"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40"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41"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42"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Only with grid">
    <p:bg>
      <p:bgPr>
        <a:solidFill>
          <a:srgbClr val="ffffff"/>
        </a:solidFill>
      </p:bgPr>
    </p:bg>
    <p:spTree>
      <p:nvGrpSpPr>
        <p:cNvPr id="1" name=""/>
        <p:cNvGrpSpPr/>
        <p:nvPr/>
      </p:nvGrpSpPr>
      <p:grpSpPr>
        <a:xfrm>
          <a:off x="0" y="0"/>
          <a:ext cx="0" cy="0"/>
          <a:chOff x="0" y="0"/>
          <a:chExt cx="0" cy="0"/>
        </a:xfrm>
      </p:grpSpPr>
      <p:grpSp>
        <p:nvGrpSpPr>
          <p:cNvPr id="243" name="GRID"/>
          <p:cNvGrpSpPr/>
          <p:nvPr/>
        </p:nvGrpSpPr>
        <p:grpSpPr>
          <a:xfrm>
            <a:off x="0" y="0"/>
            <a:ext cx="12191760" cy="6858000"/>
            <a:chOff x="0" y="0"/>
            <a:chExt cx="12191760" cy="6858000"/>
          </a:xfrm>
        </p:grpSpPr>
        <p:cxnSp>
          <p:nvCxnSpPr>
            <p:cNvPr id="24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4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46" name="Straight Connector 9"/>
            <p:cNvCxnSpPr/>
            <p:nvPr/>
          </p:nvCxnSpPr>
          <p:spPr>
            <a:xfrm>
              <a:off x="0" y="585000"/>
              <a:ext cx="12189240" cy="360"/>
            </a:xfrm>
            <a:prstGeom prst="straightConnector1">
              <a:avLst/>
            </a:prstGeom>
            <a:ln w="3175">
              <a:solidFill>
                <a:srgbClr val="df45d4"/>
              </a:solidFill>
              <a:round/>
            </a:ln>
          </p:spPr>
        </p:cxnSp>
        <p:cxnSp>
          <p:nvCxnSpPr>
            <p:cNvPr id="247" name="Straight Connector 10"/>
            <p:cNvCxnSpPr/>
            <p:nvPr/>
          </p:nvCxnSpPr>
          <p:spPr>
            <a:xfrm>
              <a:off x="0" y="6272640"/>
              <a:ext cx="12189240" cy="360"/>
            </a:xfrm>
            <a:prstGeom prst="straightConnector1">
              <a:avLst/>
            </a:prstGeom>
            <a:ln w="3175">
              <a:solidFill>
                <a:srgbClr val="df45d4"/>
              </a:solidFill>
              <a:round/>
            </a:ln>
          </p:spPr>
        </p:cxnSp>
        <p:cxnSp>
          <p:nvCxnSpPr>
            <p:cNvPr id="24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4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5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5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5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5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54" name="Straight Connector 17"/>
            <p:cNvCxnSpPr/>
            <p:nvPr/>
          </p:nvCxnSpPr>
          <p:spPr>
            <a:xfrm>
              <a:off x="585000" y="0"/>
              <a:ext cx="360" cy="6858360"/>
            </a:xfrm>
            <a:prstGeom prst="straightConnector1">
              <a:avLst/>
            </a:prstGeom>
            <a:ln w="3175">
              <a:solidFill>
                <a:srgbClr val="df45d4"/>
              </a:solidFill>
              <a:round/>
            </a:ln>
          </p:spPr>
        </p:cxnSp>
        <p:cxnSp>
          <p:nvCxnSpPr>
            <p:cNvPr id="25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5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5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5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59" name="Straight Connector 22"/>
            <p:cNvCxnSpPr/>
            <p:nvPr/>
          </p:nvCxnSpPr>
          <p:spPr>
            <a:xfrm>
              <a:off x="11606760" y="0"/>
              <a:ext cx="360" cy="6858360"/>
            </a:xfrm>
            <a:prstGeom prst="straightConnector1">
              <a:avLst/>
            </a:prstGeom>
            <a:ln w="3175">
              <a:solidFill>
                <a:srgbClr val="df45d4"/>
              </a:solidFill>
              <a:round/>
            </a:ln>
          </p:spPr>
        </p:cxnSp>
        <p:cxnSp>
          <p:nvCxnSpPr>
            <p:cNvPr id="26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6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6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6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6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6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6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6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6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6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7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7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7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7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7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7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7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7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78"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79"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8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81"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mall title - half page">
    <p:bg>
      <p:bgPr>
        <a:solidFill>
          <a:srgbClr val="ffffff"/>
        </a:solidFill>
      </p:bgPr>
    </p:bg>
    <p:spTree>
      <p:nvGrpSpPr>
        <p:cNvPr id="1" name=""/>
        <p:cNvGrpSpPr/>
        <p:nvPr/>
      </p:nvGrpSpPr>
      <p:grpSpPr>
        <a:xfrm>
          <a:off x="0" y="0"/>
          <a:ext cx="0" cy="0"/>
          <a:chOff x="0" y="0"/>
          <a:chExt cx="0" cy="0"/>
        </a:xfrm>
      </p:grpSpPr>
      <p:grpSp>
        <p:nvGrpSpPr>
          <p:cNvPr id="282" name="GRID"/>
          <p:cNvGrpSpPr/>
          <p:nvPr/>
        </p:nvGrpSpPr>
        <p:grpSpPr>
          <a:xfrm>
            <a:off x="0" y="0"/>
            <a:ext cx="12191760" cy="6858000"/>
            <a:chOff x="0" y="0"/>
            <a:chExt cx="12191760" cy="6858000"/>
          </a:xfrm>
        </p:grpSpPr>
        <p:cxnSp>
          <p:nvCxnSpPr>
            <p:cNvPr id="28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8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85" name="Straight Connector 9"/>
            <p:cNvCxnSpPr/>
            <p:nvPr/>
          </p:nvCxnSpPr>
          <p:spPr>
            <a:xfrm>
              <a:off x="0" y="585000"/>
              <a:ext cx="12189240" cy="360"/>
            </a:xfrm>
            <a:prstGeom prst="straightConnector1">
              <a:avLst/>
            </a:prstGeom>
            <a:ln w="3175">
              <a:solidFill>
                <a:srgbClr val="df45d4"/>
              </a:solidFill>
              <a:round/>
            </a:ln>
          </p:spPr>
        </p:cxnSp>
        <p:cxnSp>
          <p:nvCxnSpPr>
            <p:cNvPr id="286" name="Straight Connector 10"/>
            <p:cNvCxnSpPr/>
            <p:nvPr/>
          </p:nvCxnSpPr>
          <p:spPr>
            <a:xfrm>
              <a:off x="0" y="6272640"/>
              <a:ext cx="12189240" cy="360"/>
            </a:xfrm>
            <a:prstGeom prst="straightConnector1">
              <a:avLst/>
            </a:prstGeom>
            <a:ln w="3175">
              <a:solidFill>
                <a:srgbClr val="df45d4"/>
              </a:solidFill>
              <a:round/>
            </a:ln>
          </p:spPr>
        </p:cxnSp>
        <p:cxnSp>
          <p:nvCxnSpPr>
            <p:cNvPr id="28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8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8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9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9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9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93" name="Straight Connector 17"/>
            <p:cNvCxnSpPr/>
            <p:nvPr/>
          </p:nvCxnSpPr>
          <p:spPr>
            <a:xfrm>
              <a:off x="585000" y="0"/>
              <a:ext cx="360" cy="6858360"/>
            </a:xfrm>
            <a:prstGeom prst="straightConnector1">
              <a:avLst/>
            </a:prstGeom>
            <a:ln w="3175">
              <a:solidFill>
                <a:srgbClr val="df45d4"/>
              </a:solidFill>
              <a:round/>
            </a:ln>
          </p:spPr>
        </p:cxnSp>
        <p:cxnSp>
          <p:nvCxnSpPr>
            <p:cNvPr id="29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9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9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9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98" name="Straight Connector 22"/>
            <p:cNvCxnSpPr/>
            <p:nvPr/>
          </p:nvCxnSpPr>
          <p:spPr>
            <a:xfrm>
              <a:off x="11606760" y="0"/>
              <a:ext cx="360" cy="6858360"/>
            </a:xfrm>
            <a:prstGeom prst="straightConnector1">
              <a:avLst/>
            </a:prstGeom>
            <a:ln w="3175">
              <a:solidFill>
                <a:srgbClr val="df45d4"/>
              </a:solidFill>
              <a:round/>
            </a:ln>
          </p:spPr>
        </p:cxnSp>
        <p:cxnSp>
          <p:nvCxnSpPr>
            <p:cNvPr id="29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30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30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30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30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30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30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30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30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30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30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31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31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31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31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31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31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31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317"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318"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31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320" name="PlaceHolder 1"/>
          <p:cNvSpPr>
            <a:spLocks noGrp="1"/>
          </p:cNvSpPr>
          <p:nvPr>
            <p:ph type="title"/>
          </p:nvPr>
        </p:nvSpPr>
        <p:spPr>
          <a:xfrm>
            <a:off x="584280" y="457200"/>
            <a:ext cx="5508000" cy="371880"/>
          </a:xfrm>
          <a:prstGeom prst="rect">
            <a:avLst/>
          </a:prstGeom>
          <a:noFill/>
          <a:ln w="0">
            <a:noFill/>
          </a:ln>
        </p:spPr>
        <p:txBody>
          <a:bodyPr lIns="0" rIns="0" tIns="64080" bIns="0" anchor="t">
            <a:noAutofit/>
          </a:bodyPr>
          <a:p>
            <a:pPr indent="0" defTabSz="932760">
              <a:lnSpc>
                <a:spcPct val="100000"/>
              </a:lnSpc>
              <a:buNone/>
            </a:pPr>
            <a:r>
              <a:rPr b="0" lang="en-US" sz="2000" strike="noStrike" u="none">
                <a:solidFill>
                  <a:srgbClr val="000000"/>
                </a:solidFill>
                <a:effectLst/>
                <a:uFillTx/>
                <a:latin typeface="Segoe UI Semibold"/>
              </a:rPr>
              <a:t>Click to edit Master title style</a:t>
            </a:r>
            <a:endParaRPr b="0" lang="en-US" sz="2000" strike="noStrike" u="none">
              <a:solidFill>
                <a:schemeClr val="dk1"/>
              </a:solidFill>
              <a:effectLst/>
              <a:uFillTx/>
              <a:latin typeface="Segoe U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 Square Photo ">
    <p:bg>
      <p:bgPr>
        <a:solidFill>
          <a:srgbClr val="ffffff"/>
        </a:solidFill>
      </p:bgPr>
    </p:bg>
    <p:spTree>
      <p:nvGrpSpPr>
        <p:cNvPr id="1" name=""/>
        <p:cNvGrpSpPr/>
        <p:nvPr/>
      </p:nvGrpSpPr>
      <p:grpSpPr>
        <a:xfrm>
          <a:off x="0" y="0"/>
          <a:ext cx="0" cy="0"/>
          <a:chOff x="0" y="0"/>
          <a:chExt cx="0" cy="0"/>
        </a:xfrm>
      </p:grpSpPr>
      <p:grpSp>
        <p:nvGrpSpPr>
          <p:cNvPr id="321" name="GRID"/>
          <p:cNvGrpSpPr/>
          <p:nvPr/>
        </p:nvGrpSpPr>
        <p:grpSpPr>
          <a:xfrm>
            <a:off x="0" y="0"/>
            <a:ext cx="12191760" cy="6858000"/>
            <a:chOff x="0" y="0"/>
            <a:chExt cx="12191760" cy="6858000"/>
          </a:xfrm>
        </p:grpSpPr>
        <p:cxnSp>
          <p:nvCxnSpPr>
            <p:cNvPr id="322"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323"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324" name="Straight Connector 9"/>
            <p:cNvCxnSpPr/>
            <p:nvPr/>
          </p:nvCxnSpPr>
          <p:spPr>
            <a:xfrm>
              <a:off x="0" y="585000"/>
              <a:ext cx="12189240" cy="360"/>
            </a:xfrm>
            <a:prstGeom prst="straightConnector1">
              <a:avLst/>
            </a:prstGeom>
            <a:ln w="3175">
              <a:solidFill>
                <a:srgbClr val="df45d4"/>
              </a:solidFill>
              <a:round/>
            </a:ln>
          </p:spPr>
        </p:cxnSp>
        <p:cxnSp>
          <p:nvCxnSpPr>
            <p:cNvPr id="325" name="Straight Connector 10"/>
            <p:cNvCxnSpPr/>
            <p:nvPr/>
          </p:nvCxnSpPr>
          <p:spPr>
            <a:xfrm>
              <a:off x="0" y="6272640"/>
              <a:ext cx="12189240" cy="360"/>
            </a:xfrm>
            <a:prstGeom prst="straightConnector1">
              <a:avLst/>
            </a:prstGeom>
            <a:ln w="3175">
              <a:solidFill>
                <a:srgbClr val="df45d4"/>
              </a:solidFill>
              <a:round/>
            </a:ln>
          </p:spPr>
        </p:cxnSp>
        <p:cxnSp>
          <p:nvCxnSpPr>
            <p:cNvPr id="326"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327"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328"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329"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330"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331"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332" name="Straight Connector 17"/>
            <p:cNvCxnSpPr/>
            <p:nvPr/>
          </p:nvCxnSpPr>
          <p:spPr>
            <a:xfrm>
              <a:off x="585000" y="0"/>
              <a:ext cx="360" cy="6858360"/>
            </a:xfrm>
            <a:prstGeom prst="straightConnector1">
              <a:avLst/>
            </a:prstGeom>
            <a:ln w="3175">
              <a:solidFill>
                <a:srgbClr val="df45d4"/>
              </a:solidFill>
              <a:round/>
            </a:ln>
          </p:spPr>
        </p:cxnSp>
        <p:cxnSp>
          <p:nvCxnSpPr>
            <p:cNvPr id="333"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334"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335"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336"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337" name="Straight Connector 22"/>
            <p:cNvCxnSpPr/>
            <p:nvPr/>
          </p:nvCxnSpPr>
          <p:spPr>
            <a:xfrm>
              <a:off x="11606760" y="0"/>
              <a:ext cx="360" cy="6858360"/>
            </a:xfrm>
            <a:prstGeom prst="straightConnector1">
              <a:avLst/>
            </a:prstGeom>
            <a:ln w="3175">
              <a:solidFill>
                <a:srgbClr val="df45d4"/>
              </a:solidFill>
              <a:round/>
            </a:ln>
          </p:spPr>
        </p:cxnSp>
        <p:cxnSp>
          <p:nvCxnSpPr>
            <p:cNvPr id="338"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339"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340"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341"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342"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343"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344"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345"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346"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347"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348"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349"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350"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351"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352"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353"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354"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355"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356"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357"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358"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359" name="PlaceHolder 1"/>
          <p:cNvSpPr>
            <a:spLocks noGrp="1"/>
          </p:cNvSpPr>
          <p:nvPr>
            <p:ph type="title"/>
          </p:nvPr>
        </p:nvSpPr>
        <p:spPr>
          <a:xfrm>
            <a:off x="584280" y="2035800"/>
            <a:ext cx="4161600" cy="1097640"/>
          </a:xfrm>
          <a:prstGeom prst="rect">
            <a:avLst/>
          </a:prstGeom>
          <a:noFill/>
          <a:ln w="0">
            <a:noFill/>
          </a:ln>
        </p:spPr>
        <p:txBody>
          <a:bodyPr lIns="0" rIns="0" tIns="0" bIns="0" anchor="b">
            <a:spAutoFit/>
          </a:bodyPr>
          <a:p>
            <a:pPr indent="0" defTabSz="932760">
              <a:lnSpc>
                <a:spcPct val="100000"/>
              </a:lnSpc>
              <a:buNone/>
            </a:pPr>
            <a:r>
              <a:rPr b="0" lang="en-US" sz="3600" spc="-48" strike="noStrike" u="none">
                <a:solidFill>
                  <a:srgbClr val="000000"/>
                </a:solidFill>
                <a:effectLst/>
                <a:uFillTx/>
                <a:latin typeface="Segoe UI Semibold"/>
              </a:rPr>
              <a:t>Title format square photo layout </a:t>
            </a:r>
            <a:endParaRPr b="0" lang="en-US" sz="3600" strike="noStrike" u="none">
              <a:solidFill>
                <a:schemeClr val="dk1"/>
              </a:solidFill>
              <a:effectLst/>
              <a:uFillTx/>
              <a:latin typeface="Segoe UI"/>
            </a:endParaRPr>
          </a:p>
        </p:txBody>
      </p:sp>
      <p:sp>
        <p:nvSpPr>
          <p:cNvPr id="360" name="PlaceHolder 2"/>
          <p:cNvSpPr>
            <a:spLocks noGrp="1"/>
          </p:cNvSpPr>
          <p:nvPr>
            <p:ph type="body"/>
          </p:nvPr>
        </p:nvSpPr>
        <p:spPr>
          <a:xfrm>
            <a:off x="584280" y="3535560"/>
            <a:ext cx="4161960" cy="307440"/>
          </a:xfrm>
          <a:prstGeom prst="rect">
            <a:avLst/>
          </a:prstGeom>
          <a:noFill/>
          <a:ln w="0">
            <a:noFill/>
          </a:ln>
        </p:spPr>
        <p:txBody>
          <a:bodyPr lIns="0" rIns="0" tIns="0" bIns="0" anchor="t">
            <a:noAutofit/>
          </a:bodyPr>
          <a:p>
            <a:pPr indent="0" defTabSz="932760">
              <a:lnSpc>
                <a:spcPct val="100000"/>
              </a:lnSpc>
              <a:spcBef>
                <a:spcPts val="400"/>
              </a:spcBef>
              <a:buNone/>
              <a:tabLst>
                <a:tab algn="l" pos="0"/>
              </a:tabLst>
            </a:pPr>
            <a:r>
              <a:rPr b="0" lang="en-US" sz="2000" strike="noStrike" u="none">
                <a:solidFill>
                  <a:srgbClr val="000000"/>
                </a:solidFill>
                <a:effectLst/>
                <a:uFillTx/>
                <a:latin typeface="Segoe UI"/>
              </a:rPr>
              <a:t>Click to edit Master text styles</a:t>
            </a:r>
            <a:endParaRPr b="0" lang="en-US" sz="2000" strike="noStrike" u="none">
              <a:solidFill>
                <a:schemeClr val="dk1"/>
              </a:solidFill>
              <a:effectLst/>
              <a:uFillTx/>
              <a:latin typeface="Segoe UI Semilight"/>
            </a:endParaRPr>
          </a:p>
        </p:txBody>
      </p:sp>
      <p:sp>
        <p:nvSpPr>
          <p:cNvPr id="361" name="PlaceHolder 3"/>
          <p:cNvSpPr>
            <a:spLocks noGrp="1"/>
          </p:cNvSpPr>
          <p:nvPr>
            <p:ph type="body"/>
          </p:nvPr>
        </p:nvSpPr>
        <p:spPr>
          <a:xfrm>
            <a:off x="5334120" y="0"/>
            <a:ext cx="6857640" cy="6857640"/>
          </a:xfrm>
          <a:prstGeom prst="rect">
            <a:avLst/>
          </a:prstGeom>
          <a:blipFill rotWithShape="0">
            <a:blip r:embed="rId3"/>
            <a:stretch/>
          </a:blipFill>
          <a:ln w="0">
            <a:noFill/>
          </a:ln>
        </p:spPr>
        <p:txBody>
          <a:bodyPr lIns="0" rIns="0" tIns="2011680" bIns="45000" anchor="t">
            <a:noAutofit/>
          </a:bodyPr>
          <a:p>
            <a:pPr indent="0" algn="ctr" defTabSz="914400">
              <a:lnSpc>
                <a:spcPct val="100000"/>
              </a:lnSpc>
              <a:buNone/>
              <a:tabLst>
                <a:tab algn="l" pos="0"/>
              </a:tabLst>
            </a:pPr>
            <a:r>
              <a:rPr b="1" lang="en-US" sz="1600" strike="noStrike" u="none">
                <a:solidFill>
                  <a:srgbClr val="ffffff"/>
                </a:solidFill>
                <a:effectLst/>
                <a:uFillTx/>
                <a:latin typeface="Segoe UI"/>
              </a:rPr>
              <a:t>drag &amp; drop your photo here </a:t>
            </a:r>
            <a:br>
              <a:rPr sz="1600"/>
            </a:br>
            <a:r>
              <a:rPr b="1" lang="en-US" sz="1600" strike="noStrike" u="none">
                <a:solidFill>
                  <a:srgbClr val="ffffff"/>
                </a:solidFill>
                <a:effectLst/>
                <a:uFillTx/>
                <a:latin typeface="Segoe UI"/>
              </a:rPr>
              <a:t>or click or tap icon below </a:t>
            </a:r>
            <a:br>
              <a:rPr sz="1600"/>
            </a:br>
            <a:r>
              <a:rPr b="1" lang="en-US" sz="1600" strike="noStrike" u="none">
                <a:solidFill>
                  <a:srgbClr val="ffffff"/>
                </a:solidFill>
                <a:effectLst/>
                <a:uFillTx/>
                <a:latin typeface="Segoe UI"/>
              </a:rPr>
              <a:t>to insert</a:t>
            </a:r>
            <a:endParaRPr b="0" lang="en-US" sz="1600" strike="noStrike" u="none">
              <a:solidFill>
                <a:schemeClr val="dk1"/>
              </a:solidFill>
              <a:effectLst/>
              <a:uFillTx/>
              <a:latin typeface="Segoe UI Semilight"/>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quare Photo ">
    <p:bg>
      <p:bgPr>
        <a:solidFill>
          <a:srgbClr val="ffffff"/>
        </a:solidFill>
      </p:bgPr>
    </p:bg>
    <p:spTree>
      <p:nvGrpSpPr>
        <p:cNvPr id="1" name=""/>
        <p:cNvGrpSpPr/>
        <p:nvPr/>
      </p:nvGrpSpPr>
      <p:grpSpPr>
        <a:xfrm>
          <a:off x="0" y="0"/>
          <a:ext cx="0" cy="0"/>
          <a:chOff x="0" y="0"/>
          <a:chExt cx="0" cy="0"/>
        </a:xfrm>
      </p:grpSpPr>
      <p:grpSp>
        <p:nvGrpSpPr>
          <p:cNvPr id="362" name="GRID"/>
          <p:cNvGrpSpPr/>
          <p:nvPr/>
        </p:nvGrpSpPr>
        <p:grpSpPr>
          <a:xfrm>
            <a:off x="0" y="0"/>
            <a:ext cx="12191760" cy="6858000"/>
            <a:chOff x="0" y="0"/>
            <a:chExt cx="12191760" cy="6858000"/>
          </a:xfrm>
        </p:grpSpPr>
        <p:cxnSp>
          <p:nvCxnSpPr>
            <p:cNvPr id="36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36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365" name="Straight Connector 9"/>
            <p:cNvCxnSpPr/>
            <p:nvPr/>
          </p:nvCxnSpPr>
          <p:spPr>
            <a:xfrm>
              <a:off x="0" y="585000"/>
              <a:ext cx="12189240" cy="360"/>
            </a:xfrm>
            <a:prstGeom prst="straightConnector1">
              <a:avLst/>
            </a:prstGeom>
            <a:ln w="3175">
              <a:solidFill>
                <a:srgbClr val="df45d4"/>
              </a:solidFill>
              <a:round/>
            </a:ln>
          </p:spPr>
        </p:cxnSp>
        <p:cxnSp>
          <p:nvCxnSpPr>
            <p:cNvPr id="366" name="Straight Connector 10"/>
            <p:cNvCxnSpPr/>
            <p:nvPr/>
          </p:nvCxnSpPr>
          <p:spPr>
            <a:xfrm>
              <a:off x="0" y="6272640"/>
              <a:ext cx="12189240" cy="360"/>
            </a:xfrm>
            <a:prstGeom prst="straightConnector1">
              <a:avLst/>
            </a:prstGeom>
            <a:ln w="3175">
              <a:solidFill>
                <a:srgbClr val="df45d4"/>
              </a:solidFill>
              <a:round/>
            </a:ln>
          </p:spPr>
        </p:cxnSp>
        <p:cxnSp>
          <p:nvCxnSpPr>
            <p:cNvPr id="36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36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36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37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37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37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373" name="Straight Connector 17"/>
            <p:cNvCxnSpPr/>
            <p:nvPr/>
          </p:nvCxnSpPr>
          <p:spPr>
            <a:xfrm>
              <a:off x="585000" y="0"/>
              <a:ext cx="360" cy="6858360"/>
            </a:xfrm>
            <a:prstGeom prst="straightConnector1">
              <a:avLst/>
            </a:prstGeom>
            <a:ln w="3175">
              <a:solidFill>
                <a:srgbClr val="df45d4"/>
              </a:solidFill>
              <a:round/>
            </a:ln>
          </p:spPr>
        </p:cxnSp>
        <p:cxnSp>
          <p:nvCxnSpPr>
            <p:cNvPr id="37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37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37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37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378" name="Straight Connector 22"/>
            <p:cNvCxnSpPr/>
            <p:nvPr/>
          </p:nvCxnSpPr>
          <p:spPr>
            <a:xfrm>
              <a:off x="11606760" y="0"/>
              <a:ext cx="360" cy="6858360"/>
            </a:xfrm>
            <a:prstGeom prst="straightConnector1">
              <a:avLst/>
            </a:prstGeom>
            <a:ln w="3175">
              <a:solidFill>
                <a:srgbClr val="df45d4"/>
              </a:solidFill>
              <a:round/>
            </a:ln>
          </p:spPr>
        </p:cxnSp>
        <p:cxnSp>
          <p:nvCxnSpPr>
            <p:cNvPr id="37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38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38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38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38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38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38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38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38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38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38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39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39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39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39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39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39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39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397"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398"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39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400" name="PlaceHolder 1"/>
          <p:cNvSpPr>
            <a:spLocks noGrp="1"/>
          </p:cNvSpPr>
          <p:nvPr>
            <p:ph type="title"/>
          </p:nvPr>
        </p:nvSpPr>
        <p:spPr>
          <a:xfrm>
            <a:off x="583920" y="2880000"/>
            <a:ext cx="4161600" cy="1097640"/>
          </a:xfrm>
          <a:prstGeom prst="rect">
            <a:avLst/>
          </a:prstGeom>
          <a:noFill/>
          <a:ln w="0">
            <a:noFill/>
          </a:ln>
        </p:spPr>
        <p:txBody>
          <a:bodyPr lIns="0" rIns="0" tIns="0" bIns="0" anchor="ctr">
            <a:spAutoFit/>
          </a:bodyPr>
          <a:p>
            <a:pPr indent="0" defTabSz="932760">
              <a:lnSpc>
                <a:spcPct val="100000"/>
              </a:lnSpc>
              <a:buNone/>
            </a:pPr>
            <a:r>
              <a:rPr b="0" lang="en-US" sz="3600" spc="-48" strike="noStrike" u="none">
                <a:solidFill>
                  <a:srgbClr val="000000"/>
                </a:solidFill>
                <a:effectLst/>
                <a:uFillTx/>
                <a:latin typeface="Segoe UI Semibold"/>
              </a:rPr>
              <a:t>Square photo layout with Title  </a:t>
            </a:r>
            <a:endParaRPr b="0" lang="en-US" sz="3600" strike="noStrike" u="none">
              <a:solidFill>
                <a:schemeClr val="dk1"/>
              </a:solidFill>
              <a:effectLst/>
              <a:uFillTx/>
              <a:latin typeface="Segoe UI"/>
            </a:endParaRPr>
          </a:p>
        </p:txBody>
      </p:sp>
      <p:sp>
        <p:nvSpPr>
          <p:cNvPr id="401" name="PlaceHolder 2"/>
          <p:cNvSpPr>
            <a:spLocks noGrp="1"/>
          </p:cNvSpPr>
          <p:nvPr>
            <p:ph type="body"/>
          </p:nvPr>
        </p:nvSpPr>
        <p:spPr>
          <a:xfrm>
            <a:off x="5334120" y="0"/>
            <a:ext cx="6857640" cy="6857640"/>
          </a:xfrm>
          <a:prstGeom prst="rect">
            <a:avLst/>
          </a:prstGeom>
          <a:blipFill rotWithShape="0">
            <a:blip r:embed="rId3"/>
            <a:stretch/>
          </a:blipFill>
          <a:ln w="0">
            <a:noFill/>
          </a:ln>
        </p:spPr>
        <p:txBody>
          <a:bodyPr lIns="0" rIns="0" tIns="2011680" bIns="45000" anchor="t">
            <a:noAutofit/>
          </a:bodyPr>
          <a:p>
            <a:pPr indent="0" algn="ctr" defTabSz="914400">
              <a:lnSpc>
                <a:spcPct val="100000"/>
              </a:lnSpc>
              <a:buNone/>
              <a:tabLst>
                <a:tab algn="l" pos="0"/>
              </a:tabLst>
            </a:pPr>
            <a:r>
              <a:rPr b="1" lang="en-US" sz="1600" strike="noStrike" u="none">
                <a:solidFill>
                  <a:srgbClr val="ffffff"/>
                </a:solidFill>
                <a:effectLst/>
                <a:uFillTx/>
                <a:latin typeface="Segoe UI"/>
              </a:rPr>
              <a:t>drag &amp; drop your photo here </a:t>
            </a:r>
            <a:br>
              <a:rPr sz="1600"/>
            </a:br>
            <a:r>
              <a:rPr b="1" lang="en-US" sz="1600" strike="noStrike" u="none">
                <a:solidFill>
                  <a:srgbClr val="ffffff"/>
                </a:solidFill>
                <a:effectLst/>
                <a:uFillTx/>
                <a:latin typeface="Segoe UI"/>
              </a:rPr>
              <a:t>or click or tap icon below </a:t>
            </a:r>
            <a:br>
              <a:rPr sz="1600"/>
            </a:br>
            <a:r>
              <a:rPr b="1" lang="en-US" sz="1600" strike="noStrike" u="none">
                <a:solidFill>
                  <a:srgbClr val="ffffff"/>
                </a:solidFill>
                <a:effectLst/>
                <a:uFillTx/>
                <a:latin typeface="Segoe UI"/>
              </a:rPr>
              <a:t>to insert</a:t>
            </a:r>
            <a:endParaRPr b="0" lang="en-US" sz="1600" strike="noStrike" u="none">
              <a:solidFill>
                <a:schemeClr val="dk1"/>
              </a:solidFill>
              <a:effectLst/>
              <a:uFillTx/>
              <a:latin typeface="Segoe UI Semiligh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quare Photo 2">
    <p:bg>
      <p:bgPr>
        <a:solidFill>
          <a:srgbClr val="ffffff"/>
        </a:solidFill>
      </p:bgPr>
    </p:bg>
    <p:spTree>
      <p:nvGrpSpPr>
        <p:cNvPr id="1" name=""/>
        <p:cNvGrpSpPr/>
        <p:nvPr/>
      </p:nvGrpSpPr>
      <p:grpSpPr>
        <a:xfrm>
          <a:off x="0" y="0"/>
          <a:ext cx="0" cy="0"/>
          <a:chOff x="0" y="0"/>
          <a:chExt cx="0" cy="0"/>
        </a:xfrm>
      </p:grpSpPr>
      <p:grpSp>
        <p:nvGrpSpPr>
          <p:cNvPr id="402" name="GRID"/>
          <p:cNvGrpSpPr/>
          <p:nvPr/>
        </p:nvGrpSpPr>
        <p:grpSpPr>
          <a:xfrm>
            <a:off x="0" y="0"/>
            <a:ext cx="12191760" cy="6858000"/>
            <a:chOff x="0" y="0"/>
            <a:chExt cx="12191760" cy="6858000"/>
          </a:xfrm>
        </p:grpSpPr>
        <p:cxnSp>
          <p:nvCxnSpPr>
            <p:cNvPr id="40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40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405" name="Straight Connector 9"/>
            <p:cNvCxnSpPr/>
            <p:nvPr/>
          </p:nvCxnSpPr>
          <p:spPr>
            <a:xfrm>
              <a:off x="0" y="585000"/>
              <a:ext cx="12189240" cy="360"/>
            </a:xfrm>
            <a:prstGeom prst="straightConnector1">
              <a:avLst/>
            </a:prstGeom>
            <a:ln w="3175">
              <a:solidFill>
                <a:srgbClr val="df45d4"/>
              </a:solidFill>
              <a:round/>
            </a:ln>
          </p:spPr>
        </p:cxnSp>
        <p:cxnSp>
          <p:nvCxnSpPr>
            <p:cNvPr id="406" name="Straight Connector 10"/>
            <p:cNvCxnSpPr/>
            <p:nvPr/>
          </p:nvCxnSpPr>
          <p:spPr>
            <a:xfrm>
              <a:off x="0" y="6272640"/>
              <a:ext cx="12189240" cy="360"/>
            </a:xfrm>
            <a:prstGeom prst="straightConnector1">
              <a:avLst/>
            </a:prstGeom>
            <a:ln w="3175">
              <a:solidFill>
                <a:srgbClr val="df45d4"/>
              </a:solidFill>
              <a:round/>
            </a:ln>
          </p:spPr>
        </p:cxnSp>
        <p:cxnSp>
          <p:nvCxnSpPr>
            <p:cNvPr id="40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40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40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41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41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41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413" name="Straight Connector 17"/>
            <p:cNvCxnSpPr/>
            <p:nvPr/>
          </p:nvCxnSpPr>
          <p:spPr>
            <a:xfrm>
              <a:off x="585000" y="0"/>
              <a:ext cx="360" cy="6858360"/>
            </a:xfrm>
            <a:prstGeom prst="straightConnector1">
              <a:avLst/>
            </a:prstGeom>
            <a:ln w="3175">
              <a:solidFill>
                <a:srgbClr val="df45d4"/>
              </a:solidFill>
              <a:round/>
            </a:ln>
          </p:spPr>
        </p:cxnSp>
        <p:cxnSp>
          <p:nvCxnSpPr>
            <p:cNvPr id="41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41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41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41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418" name="Straight Connector 22"/>
            <p:cNvCxnSpPr/>
            <p:nvPr/>
          </p:nvCxnSpPr>
          <p:spPr>
            <a:xfrm>
              <a:off x="11606760" y="0"/>
              <a:ext cx="360" cy="6858360"/>
            </a:xfrm>
            <a:prstGeom prst="straightConnector1">
              <a:avLst/>
            </a:prstGeom>
            <a:ln w="3175">
              <a:solidFill>
                <a:srgbClr val="df45d4"/>
              </a:solidFill>
              <a:round/>
            </a:ln>
          </p:spPr>
        </p:cxnSp>
        <p:cxnSp>
          <p:nvCxnSpPr>
            <p:cNvPr id="41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42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42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42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42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42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42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42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42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42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42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43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43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43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43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43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43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43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437"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438"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43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440" name="PlaceHolder 1"/>
          <p:cNvSpPr>
            <a:spLocks noGrp="1"/>
          </p:cNvSpPr>
          <p:nvPr>
            <p:ph type="title"/>
          </p:nvPr>
        </p:nvSpPr>
        <p:spPr>
          <a:xfrm>
            <a:off x="584280" y="2981520"/>
            <a:ext cx="4160160" cy="854280"/>
          </a:xfrm>
          <a:prstGeom prst="rect">
            <a:avLst/>
          </a:prstGeom>
          <a:noFill/>
          <a:ln w="0">
            <a:noFill/>
          </a:ln>
        </p:spPr>
        <p:txBody>
          <a:bodyPr lIns="0" rIns="0" tIns="0" bIns="0" anchor="t">
            <a:spAutoFit/>
          </a:bodyPr>
          <a:p>
            <a:pPr indent="0" defTabSz="932760">
              <a:lnSpc>
                <a:spcPct val="100000"/>
              </a:lnSpc>
              <a:buNone/>
            </a:pPr>
            <a:r>
              <a:rPr b="0" lang="en-US" sz="2800" strike="noStrike" u="none">
                <a:solidFill>
                  <a:srgbClr val="000000"/>
                </a:solidFill>
                <a:effectLst/>
                <a:uFillTx/>
                <a:latin typeface="Segoe UI Semibold"/>
              </a:rPr>
              <a:t>Square photo layout with smaller text</a:t>
            </a:r>
            <a:endParaRPr b="0" lang="en-US" sz="2800" strike="noStrike" u="none">
              <a:solidFill>
                <a:schemeClr val="dk1"/>
              </a:solidFill>
              <a:effectLst/>
              <a:uFillTx/>
              <a:latin typeface="Segoe UI"/>
            </a:endParaRPr>
          </a:p>
        </p:txBody>
      </p:sp>
      <p:sp>
        <p:nvSpPr>
          <p:cNvPr id="441" name="PlaceHolder 2"/>
          <p:cNvSpPr>
            <a:spLocks noGrp="1"/>
          </p:cNvSpPr>
          <p:nvPr>
            <p:ph type="body"/>
          </p:nvPr>
        </p:nvSpPr>
        <p:spPr>
          <a:xfrm>
            <a:off x="5334120" y="0"/>
            <a:ext cx="6857640" cy="6857640"/>
          </a:xfrm>
          <a:prstGeom prst="rect">
            <a:avLst/>
          </a:prstGeom>
          <a:blipFill rotWithShape="0">
            <a:blip r:embed="rId3"/>
            <a:stretch/>
          </a:blipFill>
          <a:ln w="0">
            <a:noFill/>
          </a:ln>
        </p:spPr>
        <p:txBody>
          <a:bodyPr lIns="0" rIns="0" tIns="2011680" bIns="45000" anchor="t">
            <a:noAutofit/>
          </a:bodyPr>
          <a:p>
            <a:pPr indent="0" algn="ctr" defTabSz="914400">
              <a:lnSpc>
                <a:spcPct val="100000"/>
              </a:lnSpc>
              <a:buNone/>
              <a:tabLst>
                <a:tab algn="l" pos="0"/>
              </a:tabLst>
            </a:pPr>
            <a:r>
              <a:rPr b="1" lang="en-US" sz="1600" strike="noStrike" u="none">
                <a:solidFill>
                  <a:srgbClr val="ffffff"/>
                </a:solidFill>
                <a:effectLst/>
                <a:uFillTx/>
                <a:latin typeface="Segoe UI"/>
              </a:rPr>
              <a:t>drag &amp; drop your photo here </a:t>
            </a:r>
            <a:br>
              <a:rPr sz="1600"/>
            </a:br>
            <a:r>
              <a:rPr b="1" lang="en-US" sz="1600" strike="noStrike" u="none">
                <a:solidFill>
                  <a:srgbClr val="ffffff"/>
                </a:solidFill>
                <a:effectLst/>
                <a:uFillTx/>
                <a:latin typeface="Segoe UI"/>
              </a:rPr>
              <a:t>or click or tap icon below </a:t>
            </a:r>
            <a:br>
              <a:rPr sz="1600"/>
            </a:br>
            <a:r>
              <a:rPr b="1" lang="en-US" sz="1600" strike="noStrike" u="none">
                <a:solidFill>
                  <a:srgbClr val="ffffff"/>
                </a:solidFill>
                <a:effectLst/>
                <a:uFillTx/>
                <a:latin typeface="Segoe UI"/>
              </a:rPr>
              <a:t>to insert</a:t>
            </a:r>
            <a:endParaRPr b="0" lang="en-US" sz="1600" strike="noStrike" u="none">
              <a:solidFill>
                <a:schemeClr val="dk1"/>
              </a:solidFill>
              <a:effectLst/>
              <a:uFillTx/>
              <a:latin typeface="Segoe UI Semiligh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lkin 2">
    <p:bg>
      <p:bgPr>
        <a:solidFill>
          <a:schemeClr val="lt1"/>
        </a:solidFill>
      </p:bgPr>
    </p:bg>
    <p:spTree>
      <p:nvGrpSpPr>
        <p:cNvPr id="1" name=""/>
        <p:cNvGrpSpPr/>
        <p:nvPr/>
      </p:nvGrpSpPr>
      <p:grpSpPr>
        <a:xfrm>
          <a:off x="0" y="0"/>
          <a:ext cx="0" cy="0"/>
          <a:chOff x="0" y="0"/>
          <a:chExt cx="0" cy="0"/>
        </a:xfrm>
      </p:grpSpPr>
      <p:grpSp>
        <p:nvGrpSpPr>
          <p:cNvPr id="442" name="GRID"/>
          <p:cNvGrpSpPr/>
          <p:nvPr/>
        </p:nvGrpSpPr>
        <p:grpSpPr>
          <a:xfrm>
            <a:off x="0" y="0"/>
            <a:ext cx="12191760" cy="6858000"/>
            <a:chOff x="0" y="0"/>
            <a:chExt cx="12191760" cy="6858000"/>
          </a:xfrm>
        </p:grpSpPr>
        <p:cxnSp>
          <p:nvCxnSpPr>
            <p:cNvPr id="44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44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445" name="Straight Connector 9"/>
            <p:cNvCxnSpPr/>
            <p:nvPr/>
          </p:nvCxnSpPr>
          <p:spPr>
            <a:xfrm>
              <a:off x="0" y="585000"/>
              <a:ext cx="12189240" cy="360"/>
            </a:xfrm>
            <a:prstGeom prst="straightConnector1">
              <a:avLst/>
            </a:prstGeom>
            <a:ln w="3175">
              <a:solidFill>
                <a:srgbClr val="df45d4"/>
              </a:solidFill>
              <a:round/>
            </a:ln>
          </p:spPr>
        </p:cxnSp>
        <p:cxnSp>
          <p:nvCxnSpPr>
            <p:cNvPr id="446" name="Straight Connector 10"/>
            <p:cNvCxnSpPr/>
            <p:nvPr/>
          </p:nvCxnSpPr>
          <p:spPr>
            <a:xfrm>
              <a:off x="0" y="6272640"/>
              <a:ext cx="12189240" cy="360"/>
            </a:xfrm>
            <a:prstGeom prst="straightConnector1">
              <a:avLst/>
            </a:prstGeom>
            <a:ln w="3175">
              <a:solidFill>
                <a:srgbClr val="df45d4"/>
              </a:solidFill>
              <a:round/>
            </a:ln>
          </p:spPr>
        </p:cxnSp>
        <p:cxnSp>
          <p:nvCxnSpPr>
            <p:cNvPr id="44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44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44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45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45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45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453" name="Straight Connector 17"/>
            <p:cNvCxnSpPr/>
            <p:nvPr/>
          </p:nvCxnSpPr>
          <p:spPr>
            <a:xfrm>
              <a:off x="585000" y="0"/>
              <a:ext cx="360" cy="6858360"/>
            </a:xfrm>
            <a:prstGeom prst="straightConnector1">
              <a:avLst/>
            </a:prstGeom>
            <a:ln w="3175">
              <a:solidFill>
                <a:srgbClr val="df45d4"/>
              </a:solidFill>
              <a:round/>
            </a:ln>
          </p:spPr>
        </p:cxnSp>
        <p:cxnSp>
          <p:nvCxnSpPr>
            <p:cNvPr id="45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45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45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45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458" name="Straight Connector 22"/>
            <p:cNvCxnSpPr/>
            <p:nvPr/>
          </p:nvCxnSpPr>
          <p:spPr>
            <a:xfrm>
              <a:off x="11606760" y="0"/>
              <a:ext cx="360" cy="6858360"/>
            </a:xfrm>
            <a:prstGeom prst="straightConnector1">
              <a:avLst/>
            </a:prstGeom>
            <a:ln w="3175">
              <a:solidFill>
                <a:srgbClr val="df45d4"/>
              </a:solidFill>
              <a:round/>
            </a:ln>
          </p:spPr>
        </p:cxnSp>
        <p:cxnSp>
          <p:nvCxnSpPr>
            <p:cNvPr id="45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46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46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46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46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46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46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46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46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46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46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47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47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47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47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47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47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47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477"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478"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47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480" name="Picture 6" descr="A picture containing meter&#10;&#10;Description automatically generated"/>
          <p:cNvPicPr/>
          <p:nvPr/>
        </p:nvPicPr>
        <p:blipFill>
          <a:blip r:embed="rId3"/>
          <a:srcRect l="25738" t="-1895" r="8816" b="10382"/>
          <a:stretch/>
        </p:blipFill>
        <p:spPr>
          <a:xfrm>
            <a:off x="0" y="604440"/>
            <a:ext cx="12191760" cy="6253200"/>
          </a:xfrm>
          <a:prstGeom prst="rect">
            <a:avLst/>
          </a:prstGeom>
          <a:noFill/>
          <a:ln w="0">
            <a:noFill/>
          </a:ln>
        </p:spPr>
      </p:pic>
      <p:pic>
        <p:nvPicPr>
          <p:cNvPr id="481" name="Picture 3" descr="A picture containing food, drawing, plate&#10;&#10;Description automatically generated"/>
          <p:cNvPicPr/>
          <p:nvPr/>
        </p:nvPicPr>
        <p:blipFill>
          <a:blip r:embed="rId4"/>
          <a:stretch/>
        </p:blipFill>
        <p:spPr>
          <a:xfrm>
            <a:off x="587520" y="595800"/>
            <a:ext cx="2132640" cy="402120"/>
          </a:xfrm>
          <a:prstGeom prst="rect">
            <a:avLst/>
          </a:prstGeom>
          <a:noFill/>
          <a:ln w="0">
            <a:noFill/>
          </a:ln>
        </p:spPr>
      </p:pic>
      <p:sp>
        <p:nvSpPr>
          <p:cNvPr id="482"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rgbClr val="1a1a1a"/>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483"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 or subtitle text</a:t>
            </a:r>
            <a:endParaRPr b="0" lang="en-US" sz="2000" strike="noStrike" u="none">
              <a:solidFill>
                <a:schemeClr val="lt1"/>
              </a:solidFill>
              <a:effectLst/>
              <a:uFillTx/>
              <a:latin typeface="Segoe UI Semilight"/>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mo slide">
    <p:bg>
      <p:bgPr>
        <a:solidFill>
          <a:srgbClr val="ffffff"/>
        </a:solidFill>
      </p:bgPr>
    </p:bg>
    <p:spTree>
      <p:nvGrpSpPr>
        <p:cNvPr id="1" name=""/>
        <p:cNvGrpSpPr/>
        <p:nvPr/>
      </p:nvGrpSpPr>
      <p:grpSpPr>
        <a:xfrm>
          <a:off x="0" y="0"/>
          <a:ext cx="0" cy="0"/>
          <a:chOff x="0" y="0"/>
          <a:chExt cx="0" cy="0"/>
        </a:xfrm>
      </p:grpSpPr>
      <p:grpSp>
        <p:nvGrpSpPr>
          <p:cNvPr id="484" name="GRID"/>
          <p:cNvGrpSpPr/>
          <p:nvPr/>
        </p:nvGrpSpPr>
        <p:grpSpPr>
          <a:xfrm>
            <a:off x="0" y="0"/>
            <a:ext cx="12191760" cy="6858000"/>
            <a:chOff x="0" y="0"/>
            <a:chExt cx="12191760" cy="6858000"/>
          </a:xfrm>
        </p:grpSpPr>
        <p:cxnSp>
          <p:nvCxnSpPr>
            <p:cNvPr id="485"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486"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487" name="Straight Connector 9"/>
            <p:cNvCxnSpPr/>
            <p:nvPr/>
          </p:nvCxnSpPr>
          <p:spPr>
            <a:xfrm>
              <a:off x="0" y="585000"/>
              <a:ext cx="12189240" cy="360"/>
            </a:xfrm>
            <a:prstGeom prst="straightConnector1">
              <a:avLst/>
            </a:prstGeom>
            <a:ln w="3175">
              <a:solidFill>
                <a:srgbClr val="df45d4"/>
              </a:solidFill>
              <a:round/>
            </a:ln>
          </p:spPr>
        </p:cxnSp>
        <p:cxnSp>
          <p:nvCxnSpPr>
            <p:cNvPr id="488" name="Straight Connector 10"/>
            <p:cNvCxnSpPr/>
            <p:nvPr/>
          </p:nvCxnSpPr>
          <p:spPr>
            <a:xfrm>
              <a:off x="0" y="6272640"/>
              <a:ext cx="12189240" cy="360"/>
            </a:xfrm>
            <a:prstGeom prst="straightConnector1">
              <a:avLst/>
            </a:prstGeom>
            <a:ln w="3175">
              <a:solidFill>
                <a:srgbClr val="df45d4"/>
              </a:solidFill>
              <a:round/>
            </a:ln>
          </p:spPr>
        </p:cxnSp>
        <p:cxnSp>
          <p:nvCxnSpPr>
            <p:cNvPr id="489"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490"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491"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492"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493"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494"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495" name="Straight Connector 17"/>
            <p:cNvCxnSpPr/>
            <p:nvPr/>
          </p:nvCxnSpPr>
          <p:spPr>
            <a:xfrm>
              <a:off x="585000" y="0"/>
              <a:ext cx="360" cy="6858360"/>
            </a:xfrm>
            <a:prstGeom prst="straightConnector1">
              <a:avLst/>
            </a:prstGeom>
            <a:ln w="3175">
              <a:solidFill>
                <a:srgbClr val="df45d4"/>
              </a:solidFill>
              <a:round/>
            </a:ln>
          </p:spPr>
        </p:cxnSp>
        <p:cxnSp>
          <p:nvCxnSpPr>
            <p:cNvPr id="496"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497"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498"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499"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500" name="Straight Connector 22"/>
            <p:cNvCxnSpPr/>
            <p:nvPr/>
          </p:nvCxnSpPr>
          <p:spPr>
            <a:xfrm>
              <a:off x="11606760" y="0"/>
              <a:ext cx="360" cy="6858360"/>
            </a:xfrm>
            <a:prstGeom prst="straightConnector1">
              <a:avLst/>
            </a:prstGeom>
            <a:ln w="3175">
              <a:solidFill>
                <a:srgbClr val="df45d4"/>
              </a:solidFill>
              <a:round/>
            </a:ln>
          </p:spPr>
        </p:cxnSp>
        <p:cxnSp>
          <p:nvCxnSpPr>
            <p:cNvPr id="501"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502"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503"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504"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505"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506"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507"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508"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509"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510"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511"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512"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513"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514"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515"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516"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517"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518"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519"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520"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521"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522" name="PlaceHolder 1"/>
          <p:cNvSpPr>
            <a:spLocks noGrp="1"/>
          </p:cNvSpPr>
          <p:nvPr>
            <p:ph type="title"/>
          </p:nvPr>
        </p:nvSpPr>
        <p:spPr>
          <a:xfrm>
            <a:off x="585360" y="296100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1a1a1a"/>
                </a:solidFill>
                <a:effectLst/>
                <a:uFillTx/>
                <a:latin typeface="Segoe UI Semibold"/>
              </a:rPr>
              <a:t>Demo title</a:t>
            </a:r>
            <a:endParaRPr b="0" lang="en-US" sz="3600" strike="noStrike" u="none">
              <a:solidFill>
                <a:schemeClr val="dk1"/>
              </a:solidFill>
              <a:effectLst/>
              <a:uFillTx/>
              <a:latin typeface="Segoe UI"/>
            </a:endParaRPr>
          </a:p>
        </p:txBody>
      </p:sp>
      <p:sp>
        <p:nvSpPr>
          <p:cNvPr id="523" name="PlaceHolder 2"/>
          <p:cNvSpPr>
            <a:spLocks noGrp="1"/>
          </p:cNvSpPr>
          <p:nvPr>
            <p:ph type="body"/>
          </p:nvPr>
        </p:nvSpPr>
        <p:spPr>
          <a:xfrm>
            <a:off x="594720" y="3631680"/>
            <a:ext cx="914364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a:t>
            </a:r>
            <a:endParaRPr b="0" lang="en-US" sz="2000" strike="noStrike" u="none">
              <a:solidFill>
                <a:schemeClr val="dk1"/>
              </a:solidFill>
              <a:effectLst/>
              <a:uFillTx/>
              <a:latin typeface="Segoe UI Semilight"/>
            </a:endParaRPr>
          </a:p>
        </p:txBody>
      </p:sp>
      <p:pic>
        <p:nvPicPr>
          <p:cNvPr id="524" name="Picture 11"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ideo slide">
    <p:bg>
      <p:bgPr>
        <a:solidFill>
          <a:srgbClr val="ffffff"/>
        </a:solidFill>
      </p:bgPr>
    </p:bg>
    <p:spTree>
      <p:nvGrpSpPr>
        <p:cNvPr id="1" name=""/>
        <p:cNvGrpSpPr/>
        <p:nvPr/>
      </p:nvGrpSpPr>
      <p:grpSpPr>
        <a:xfrm>
          <a:off x="0" y="0"/>
          <a:ext cx="0" cy="0"/>
          <a:chOff x="0" y="0"/>
          <a:chExt cx="0" cy="0"/>
        </a:xfrm>
      </p:grpSpPr>
      <p:grpSp>
        <p:nvGrpSpPr>
          <p:cNvPr id="525" name="GRID"/>
          <p:cNvGrpSpPr/>
          <p:nvPr/>
        </p:nvGrpSpPr>
        <p:grpSpPr>
          <a:xfrm>
            <a:off x="0" y="0"/>
            <a:ext cx="12191760" cy="6858000"/>
            <a:chOff x="0" y="0"/>
            <a:chExt cx="12191760" cy="6858000"/>
          </a:xfrm>
        </p:grpSpPr>
        <p:cxnSp>
          <p:nvCxnSpPr>
            <p:cNvPr id="52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52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528" name="Straight Connector 9"/>
            <p:cNvCxnSpPr/>
            <p:nvPr/>
          </p:nvCxnSpPr>
          <p:spPr>
            <a:xfrm>
              <a:off x="0" y="585000"/>
              <a:ext cx="12189240" cy="360"/>
            </a:xfrm>
            <a:prstGeom prst="straightConnector1">
              <a:avLst/>
            </a:prstGeom>
            <a:ln w="3175">
              <a:solidFill>
                <a:srgbClr val="df45d4"/>
              </a:solidFill>
              <a:round/>
            </a:ln>
          </p:spPr>
        </p:cxnSp>
        <p:cxnSp>
          <p:nvCxnSpPr>
            <p:cNvPr id="529" name="Straight Connector 10"/>
            <p:cNvCxnSpPr/>
            <p:nvPr/>
          </p:nvCxnSpPr>
          <p:spPr>
            <a:xfrm>
              <a:off x="0" y="6272640"/>
              <a:ext cx="12189240" cy="360"/>
            </a:xfrm>
            <a:prstGeom prst="straightConnector1">
              <a:avLst/>
            </a:prstGeom>
            <a:ln w="3175">
              <a:solidFill>
                <a:srgbClr val="df45d4"/>
              </a:solidFill>
              <a:round/>
            </a:ln>
          </p:spPr>
        </p:cxnSp>
        <p:cxnSp>
          <p:nvCxnSpPr>
            <p:cNvPr id="53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53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53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53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53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53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536" name="Straight Connector 17"/>
            <p:cNvCxnSpPr/>
            <p:nvPr/>
          </p:nvCxnSpPr>
          <p:spPr>
            <a:xfrm>
              <a:off x="585000" y="0"/>
              <a:ext cx="360" cy="6858360"/>
            </a:xfrm>
            <a:prstGeom prst="straightConnector1">
              <a:avLst/>
            </a:prstGeom>
            <a:ln w="3175">
              <a:solidFill>
                <a:srgbClr val="df45d4"/>
              </a:solidFill>
              <a:round/>
            </a:ln>
          </p:spPr>
        </p:cxnSp>
        <p:cxnSp>
          <p:nvCxnSpPr>
            <p:cNvPr id="53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53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53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54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541" name="Straight Connector 22"/>
            <p:cNvCxnSpPr/>
            <p:nvPr/>
          </p:nvCxnSpPr>
          <p:spPr>
            <a:xfrm>
              <a:off x="11606760" y="0"/>
              <a:ext cx="360" cy="6858360"/>
            </a:xfrm>
            <a:prstGeom prst="straightConnector1">
              <a:avLst/>
            </a:prstGeom>
            <a:ln w="3175">
              <a:solidFill>
                <a:srgbClr val="df45d4"/>
              </a:solidFill>
              <a:round/>
            </a:ln>
          </p:spPr>
        </p:cxnSp>
        <p:cxnSp>
          <p:nvCxnSpPr>
            <p:cNvPr id="54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54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54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54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54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54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54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54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55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55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55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55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55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55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55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55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55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55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560"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561"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56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563"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000000"/>
                </a:solidFill>
                <a:effectLst/>
                <a:uFillTx/>
                <a:latin typeface="Segoe UI Semibold"/>
              </a:rPr>
              <a:t>Video</a:t>
            </a:r>
            <a:endParaRPr b="0" lang="en-US" sz="3600" strike="noStrike" u="none">
              <a:solidFill>
                <a:schemeClr val="dk1"/>
              </a:solidFill>
              <a:effectLst/>
              <a:uFillTx/>
              <a:latin typeface="Segoe UI"/>
            </a:endParaRPr>
          </a:p>
        </p:txBody>
      </p:sp>
      <p:pic>
        <p:nvPicPr>
          <p:cNvPr id="564" name="Picture 5"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Title">
    <p:bg>
      <p:bgPr>
        <a:solidFill>
          <a:srgbClr val="ffffff"/>
        </a:solidFill>
      </p:bgPr>
    </p:bg>
    <p:spTree>
      <p:nvGrpSpPr>
        <p:cNvPr id="1" name=""/>
        <p:cNvGrpSpPr/>
        <p:nvPr/>
      </p:nvGrpSpPr>
      <p:grpSpPr>
        <a:xfrm>
          <a:off x="0" y="0"/>
          <a:ext cx="0" cy="0"/>
          <a:chOff x="0" y="0"/>
          <a:chExt cx="0" cy="0"/>
        </a:xfrm>
      </p:grpSpPr>
      <p:grpSp>
        <p:nvGrpSpPr>
          <p:cNvPr id="565" name="GRID"/>
          <p:cNvGrpSpPr/>
          <p:nvPr/>
        </p:nvGrpSpPr>
        <p:grpSpPr>
          <a:xfrm>
            <a:off x="0" y="0"/>
            <a:ext cx="12191760" cy="6858000"/>
            <a:chOff x="0" y="0"/>
            <a:chExt cx="12191760" cy="6858000"/>
          </a:xfrm>
        </p:grpSpPr>
        <p:cxnSp>
          <p:nvCxnSpPr>
            <p:cNvPr id="56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56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568" name="Straight Connector 9"/>
            <p:cNvCxnSpPr/>
            <p:nvPr/>
          </p:nvCxnSpPr>
          <p:spPr>
            <a:xfrm>
              <a:off x="0" y="585000"/>
              <a:ext cx="12189240" cy="360"/>
            </a:xfrm>
            <a:prstGeom prst="straightConnector1">
              <a:avLst/>
            </a:prstGeom>
            <a:ln w="3175">
              <a:solidFill>
                <a:srgbClr val="df45d4"/>
              </a:solidFill>
              <a:round/>
            </a:ln>
          </p:spPr>
        </p:cxnSp>
        <p:cxnSp>
          <p:nvCxnSpPr>
            <p:cNvPr id="569" name="Straight Connector 10"/>
            <p:cNvCxnSpPr/>
            <p:nvPr/>
          </p:nvCxnSpPr>
          <p:spPr>
            <a:xfrm>
              <a:off x="0" y="6272640"/>
              <a:ext cx="12189240" cy="360"/>
            </a:xfrm>
            <a:prstGeom prst="straightConnector1">
              <a:avLst/>
            </a:prstGeom>
            <a:ln w="3175">
              <a:solidFill>
                <a:srgbClr val="df45d4"/>
              </a:solidFill>
              <a:round/>
            </a:ln>
          </p:spPr>
        </p:cxnSp>
        <p:cxnSp>
          <p:nvCxnSpPr>
            <p:cNvPr id="57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57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57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57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57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57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576" name="Straight Connector 17"/>
            <p:cNvCxnSpPr/>
            <p:nvPr/>
          </p:nvCxnSpPr>
          <p:spPr>
            <a:xfrm>
              <a:off x="585000" y="0"/>
              <a:ext cx="360" cy="6858360"/>
            </a:xfrm>
            <a:prstGeom prst="straightConnector1">
              <a:avLst/>
            </a:prstGeom>
            <a:ln w="3175">
              <a:solidFill>
                <a:srgbClr val="df45d4"/>
              </a:solidFill>
              <a:round/>
            </a:ln>
          </p:spPr>
        </p:cxnSp>
        <p:cxnSp>
          <p:nvCxnSpPr>
            <p:cNvPr id="57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57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57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58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581" name="Straight Connector 22"/>
            <p:cNvCxnSpPr/>
            <p:nvPr/>
          </p:nvCxnSpPr>
          <p:spPr>
            <a:xfrm>
              <a:off x="11606760" y="0"/>
              <a:ext cx="360" cy="6858360"/>
            </a:xfrm>
            <a:prstGeom prst="straightConnector1">
              <a:avLst/>
            </a:prstGeom>
            <a:ln w="3175">
              <a:solidFill>
                <a:srgbClr val="df45d4"/>
              </a:solidFill>
              <a:round/>
            </a:ln>
          </p:spPr>
        </p:cxnSp>
        <p:cxnSp>
          <p:nvCxnSpPr>
            <p:cNvPr id="58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58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58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58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58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58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58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58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59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59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59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59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59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59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59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59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59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59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600"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601"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60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603"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000000"/>
                </a:solidFill>
                <a:effectLst/>
                <a:uFillTx/>
                <a:latin typeface="Segoe UI Semibold"/>
              </a:rPr>
              <a:t>Section title</a:t>
            </a:r>
            <a:endParaRPr b="0" lang="en-US" sz="3600" strike="noStrike" u="none">
              <a:solidFill>
                <a:schemeClr val="dk1"/>
              </a:solidFill>
              <a:effectLst/>
              <a:uFillTx/>
              <a:latin typeface="Segoe UI"/>
            </a:endParaRPr>
          </a:p>
        </p:txBody>
      </p:sp>
      <p:pic>
        <p:nvPicPr>
          <p:cNvPr id="604" name="Picture 5" descr=""/>
          <p:cNvPicPr/>
          <p:nvPr/>
        </p:nvPicPr>
        <p:blipFill>
          <a:blip r:embed="rId3"/>
          <a:srcRect l="28" t="-2688" r="9556" b="6155"/>
          <a:stretch/>
        </p:blipFill>
        <p:spPr>
          <a:xfrm>
            <a:off x="0" y="2083320"/>
            <a:ext cx="12191760" cy="4774320"/>
          </a:xfrm>
          <a:prstGeom prst="rect">
            <a:avLst/>
          </a:prstGeom>
          <a:noFill/>
          <a:ln w="0">
            <a:noFill/>
          </a:ln>
        </p:spPr>
      </p:pic>
      <p:sp>
        <p:nvSpPr>
          <p:cNvPr id="60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800" strike="noStrike" u="none">
                <a:solidFill>
                  <a:schemeClr val="dk1"/>
                </a:solidFill>
                <a:effectLst/>
                <a:uFillTx/>
                <a:latin typeface="Segoe UI Semilight"/>
              </a:rPr>
              <a:t>Click to edit the outline text format</a:t>
            </a:r>
            <a:endParaRPr b="0" lang="en-US" sz="2800" strike="noStrike" u="none">
              <a:solidFill>
                <a:schemeClr val="dk1"/>
              </a:solidFill>
              <a:effectLst/>
              <a:uFillTx/>
              <a:latin typeface="Segoe UI Semilight"/>
            </a:endParaRPr>
          </a:p>
          <a:p>
            <a:pPr lvl="1" marL="864000" indent="-324000">
              <a:spcBef>
                <a:spcPts val="1134"/>
              </a:spcBef>
              <a:buClr>
                <a:srgbClr val="000000"/>
              </a:buClr>
              <a:buSzPct val="75000"/>
              <a:buFont typeface="Symbol" charset="2"/>
              <a:buChar char=""/>
            </a:pPr>
            <a:r>
              <a:rPr b="0" lang="en-US" sz="1600" strike="noStrike" u="none">
                <a:solidFill>
                  <a:schemeClr val="dk1"/>
                </a:solidFill>
                <a:effectLst/>
                <a:uFillTx/>
                <a:latin typeface="Segoe UI"/>
              </a:rPr>
              <a:t>Second Outline Level</a:t>
            </a:r>
            <a:endParaRPr b="0" lang="en-US" sz="1600" strike="noStrike" u="none">
              <a:solidFill>
                <a:schemeClr val="dk1"/>
              </a:solidFill>
              <a:effectLst/>
              <a:uFillTx/>
              <a:latin typeface="Segoe UI"/>
            </a:endParaRPr>
          </a:p>
          <a:p>
            <a:pPr lvl="2" marL="1296000" indent="-288000">
              <a:spcBef>
                <a:spcPts val="850"/>
              </a:spcBef>
              <a:buClr>
                <a:srgbClr val="000000"/>
              </a:buClr>
              <a:buSzPct val="45000"/>
              <a:buFont typeface="Wingdings" charset="2"/>
              <a:buChar char=""/>
            </a:pPr>
            <a:r>
              <a:rPr b="0" lang="en-US" sz="1400" strike="noStrike" u="none">
                <a:solidFill>
                  <a:schemeClr val="dk1"/>
                </a:solidFill>
                <a:effectLst/>
                <a:uFillTx/>
                <a:latin typeface="Segoe UI"/>
              </a:rPr>
              <a:t>Third Outline Level</a:t>
            </a:r>
            <a:endParaRPr b="0" lang="en-US" sz="1400" strike="noStrike" u="none">
              <a:solidFill>
                <a:schemeClr val="dk1"/>
              </a:solidFill>
              <a:effectLst/>
              <a:uFillTx/>
              <a:latin typeface="Segoe UI"/>
            </a:endParaRPr>
          </a:p>
          <a:p>
            <a:pPr lvl="3" marL="1728000" indent="-216000">
              <a:spcBef>
                <a:spcPts val="567"/>
              </a:spcBef>
              <a:buClr>
                <a:srgbClr val="000000"/>
              </a:buClr>
              <a:buSzPct val="75000"/>
              <a:buFont typeface="Symbol" charset="2"/>
              <a:buChar char=""/>
            </a:pPr>
            <a:r>
              <a:rPr b="0" lang="en-US" sz="1400" strike="noStrike" u="none">
                <a:solidFill>
                  <a:schemeClr val="dk1"/>
                </a:solidFill>
                <a:effectLst/>
                <a:uFillTx/>
                <a:latin typeface="Segoe UI"/>
              </a:rPr>
              <a:t>Fourth Outline Level</a:t>
            </a:r>
            <a:endParaRPr b="0" lang="en-US" sz="1400" strike="noStrike" u="none">
              <a:solidFill>
                <a:schemeClr val="dk1"/>
              </a:solidFill>
              <a:effectLst/>
              <a:uFillTx/>
              <a:latin typeface="Segoe U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Segoe UI"/>
              </a:rPr>
              <a:t>Fifth Outline Level</a:t>
            </a:r>
            <a:endParaRPr b="0" lang="en-US" sz="2000" strike="noStrike" u="none">
              <a:solidFill>
                <a:schemeClr val="dk1"/>
              </a:solidFill>
              <a:effectLst/>
              <a:uFillTx/>
              <a:latin typeface="Segoe U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Segoe UI"/>
              </a:rPr>
              <a:t>Sixth Outline Level</a:t>
            </a:r>
            <a:endParaRPr b="0" lang="en-US" sz="2000" strike="noStrike" u="none">
              <a:solidFill>
                <a:schemeClr val="dk1"/>
              </a:solidFill>
              <a:effectLst/>
              <a:uFillTx/>
              <a:latin typeface="Segoe U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Segoe UI"/>
              </a:rPr>
              <a:t>Seventh Outline Level</a:t>
            </a:r>
            <a:endParaRPr b="0" lang="en-US" sz="2000" strike="noStrike" u="none">
              <a:solidFill>
                <a:schemeClr val="dk1"/>
              </a:solidFill>
              <a:effectLst/>
              <a:uFillTx/>
              <a:latin typeface="Segoe UI"/>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mo slide_2">
    <p:bg>
      <p:bgPr>
        <a:solidFill>
          <a:srgbClr val="f2f2f2"/>
        </a:solidFill>
      </p:bgPr>
    </p:bg>
    <p:spTree>
      <p:nvGrpSpPr>
        <p:cNvPr id="1" name=""/>
        <p:cNvGrpSpPr/>
        <p:nvPr/>
      </p:nvGrpSpPr>
      <p:grpSpPr>
        <a:xfrm>
          <a:off x="0" y="0"/>
          <a:ext cx="0" cy="0"/>
          <a:chOff x="0" y="0"/>
          <a:chExt cx="0" cy="0"/>
        </a:xfrm>
      </p:grpSpPr>
      <p:grpSp>
        <p:nvGrpSpPr>
          <p:cNvPr id="606" name="GRID"/>
          <p:cNvGrpSpPr/>
          <p:nvPr/>
        </p:nvGrpSpPr>
        <p:grpSpPr>
          <a:xfrm>
            <a:off x="0" y="0"/>
            <a:ext cx="12191760" cy="6858000"/>
            <a:chOff x="0" y="0"/>
            <a:chExt cx="12191760" cy="6858000"/>
          </a:xfrm>
        </p:grpSpPr>
        <p:cxnSp>
          <p:nvCxnSpPr>
            <p:cNvPr id="60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60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609" name="Straight Connector 9"/>
            <p:cNvCxnSpPr/>
            <p:nvPr/>
          </p:nvCxnSpPr>
          <p:spPr>
            <a:xfrm>
              <a:off x="0" y="585000"/>
              <a:ext cx="12189240" cy="360"/>
            </a:xfrm>
            <a:prstGeom prst="straightConnector1">
              <a:avLst/>
            </a:prstGeom>
            <a:ln w="3175">
              <a:solidFill>
                <a:srgbClr val="df45d4"/>
              </a:solidFill>
              <a:round/>
            </a:ln>
          </p:spPr>
        </p:cxnSp>
        <p:cxnSp>
          <p:nvCxnSpPr>
            <p:cNvPr id="610" name="Straight Connector 10"/>
            <p:cNvCxnSpPr/>
            <p:nvPr/>
          </p:nvCxnSpPr>
          <p:spPr>
            <a:xfrm>
              <a:off x="0" y="6272640"/>
              <a:ext cx="12189240" cy="360"/>
            </a:xfrm>
            <a:prstGeom prst="straightConnector1">
              <a:avLst/>
            </a:prstGeom>
            <a:ln w="3175">
              <a:solidFill>
                <a:srgbClr val="df45d4"/>
              </a:solidFill>
              <a:round/>
            </a:ln>
          </p:spPr>
        </p:cxnSp>
        <p:cxnSp>
          <p:nvCxnSpPr>
            <p:cNvPr id="61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61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61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61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61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61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617" name="Straight Connector 17"/>
            <p:cNvCxnSpPr/>
            <p:nvPr/>
          </p:nvCxnSpPr>
          <p:spPr>
            <a:xfrm>
              <a:off x="585000" y="0"/>
              <a:ext cx="360" cy="6858360"/>
            </a:xfrm>
            <a:prstGeom prst="straightConnector1">
              <a:avLst/>
            </a:prstGeom>
            <a:ln w="3175">
              <a:solidFill>
                <a:srgbClr val="df45d4"/>
              </a:solidFill>
              <a:round/>
            </a:ln>
          </p:spPr>
        </p:cxnSp>
        <p:cxnSp>
          <p:nvCxnSpPr>
            <p:cNvPr id="61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61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62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62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622" name="Straight Connector 22"/>
            <p:cNvCxnSpPr/>
            <p:nvPr/>
          </p:nvCxnSpPr>
          <p:spPr>
            <a:xfrm>
              <a:off x="11606760" y="0"/>
              <a:ext cx="360" cy="6858360"/>
            </a:xfrm>
            <a:prstGeom prst="straightConnector1">
              <a:avLst/>
            </a:prstGeom>
            <a:ln w="3175">
              <a:solidFill>
                <a:srgbClr val="df45d4"/>
              </a:solidFill>
              <a:round/>
            </a:ln>
          </p:spPr>
        </p:cxnSp>
        <p:cxnSp>
          <p:nvCxnSpPr>
            <p:cNvPr id="62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62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62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62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62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62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62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63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63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63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63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63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63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63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63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63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63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64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641"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642"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64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644" name="PlaceHolder 1"/>
          <p:cNvSpPr>
            <a:spLocks noGrp="1"/>
          </p:cNvSpPr>
          <p:nvPr>
            <p:ph type="title"/>
          </p:nvPr>
        </p:nvSpPr>
        <p:spPr>
          <a:xfrm>
            <a:off x="585360" y="296100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1a1a1a"/>
                </a:solidFill>
                <a:effectLst/>
                <a:uFillTx/>
                <a:latin typeface="Segoe UI Semibold"/>
              </a:rPr>
              <a:t>Demo title</a:t>
            </a:r>
            <a:endParaRPr b="0" lang="en-US" sz="3600" strike="noStrike" u="none">
              <a:solidFill>
                <a:schemeClr val="lt1"/>
              </a:solidFill>
              <a:effectLst/>
              <a:uFillTx/>
              <a:latin typeface="Segoe UI"/>
            </a:endParaRPr>
          </a:p>
        </p:txBody>
      </p:sp>
      <p:sp>
        <p:nvSpPr>
          <p:cNvPr id="645" name="PlaceHolder 2"/>
          <p:cNvSpPr>
            <a:spLocks noGrp="1"/>
          </p:cNvSpPr>
          <p:nvPr>
            <p:ph type="body"/>
          </p:nvPr>
        </p:nvSpPr>
        <p:spPr>
          <a:xfrm>
            <a:off x="594720" y="3631680"/>
            <a:ext cx="914364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a:t>
            </a:r>
            <a:endParaRPr b="0" lang="en-US" sz="2000" strike="noStrike" u="none">
              <a:solidFill>
                <a:schemeClr val="lt1"/>
              </a:solidFill>
              <a:effectLst/>
              <a:uFillTx/>
              <a:latin typeface="Segoe UI Semilight"/>
            </a:endParaRPr>
          </a:p>
        </p:txBody>
      </p:sp>
      <p:pic>
        <p:nvPicPr>
          <p:cNvPr id="646" name="Picture 5"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ideo slide_2">
    <p:bg>
      <p:bgPr>
        <a:solidFill>
          <a:srgbClr val="f2f2f2"/>
        </a:solidFill>
      </p:bgPr>
    </p:bg>
    <p:spTree>
      <p:nvGrpSpPr>
        <p:cNvPr id="1" name=""/>
        <p:cNvGrpSpPr/>
        <p:nvPr/>
      </p:nvGrpSpPr>
      <p:grpSpPr>
        <a:xfrm>
          <a:off x="0" y="0"/>
          <a:ext cx="0" cy="0"/>
          <a:chOff x="0" y="0"/>
          <a:chExt cx="0" cy="0"/>
        </a:xfrm>
      </p:grpSpPr>
      <p:grpSp>
        <p:nvGrpSpPr>
          <p:cNvPr id="647" name="GRID"/>
          <p:cNvGrpSpPr/>
          <p:nvPr/>
        </p:nvGrpSpPr>
        <p:grpSpPr>
          <a:xfrm>
            <a:off x="0" y="0"/>
            <a:ext cx="12191760" cy="6858000"/>
            <a:chOff x="0" y="0"/>
            <a:chExt cx="12191760" cy="6858000"/>
          </a:xfrm>
        </p:grpSpPr>
        <p:cxnSp>
          <p:nvCxnSpPr>
            <p:cNvPr id="648"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649"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650" name="Straight Connector 9"/>
            <p:cNvCxnSpPr/>
            <p:nvPr/>
          </p:nvCxnSpPr>
          <p:spPr>
            <a:xfrm>
              <a:off x="0" y="585000"/>
              <a:ext cx="12189240" cy="360"/>
            </a:xfrm>
            <a:prstGeom prst="straightConnector1">
              <a:avLst/>
            </a:prstGeom>
            <a:ln w="3175">
              <a:solidFill>
                <a:srgbClr val="df45d4"/>
              </a:solidFill>
              <a:round/>
            </a:ln>
          </p:spPr>
        </p:cxnSp>
        <p:cxnSp>
          <p:nvCxnSpPr>
            <p:cNvPr id="651" name="Straight Connector 10"/>
            <p:cNvCxnSpPr/>
            <p:nvPr/>
          </p:nvCxnSpPr>
          <p:spPr>
            <a:xfrm>
              <a:off x="0" y="6272640"/>
              <a:ext cx="12189240" cy="360"/>
            </a:xfrm>
            <a:prstGeom prst="straightConnector1">
              <a:avLst/>
            </a:prstGeom>
            <a:ln w="3175">
              <a:solidFill>
                <a:srgbClr val="df45d4"/>
              </a:solidFill>
              <a:round/>
            </a:ln>
          </p:spPr>
        </p:cxnSp>
        <p:cxnSp>
          <p:nvCxnSpPr>
            <p:cNvPr id="652"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653"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654"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655"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656"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657"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658" name="Straight Connector 17"/>
            <p:cNvCxnSpPr/>
            <p:nvPr/>
          </p:nvCxnSpPr>
          <p:spPr>
            <a:xfrm>
              <a:off x="585000" y="0"/>
              <a:ext cx="360" cy="6858360"/>
            </a:xfrm>
            <a:prstGeom prst="straightConnector1">
              <a:avLst/>
            </a:prstGeom>
            <a:ln w="3175">
              <a:solidFill>
                <a:srgbClr val="df45d4"/>
              </a:solidFill>
              <a:round/>
            </a:ln>
          </p:spPr>
        </p:cxnSp>
        <p:cxnSp>
          <p:nvCxnSpPr>
            <p:cNvPr id="659"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660"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661"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662"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663" name="Straight Connector 22"/>
            <p:cNvCxnSpPr/>
            <p:nvPr/>
          </p:nvCxnSpPr>
          <p:spPr>
            <a:xfrm>
              <a:off x="11606760" y="0"/>
              <a:ext cx="360" cy="6858360"/>
            </a:xfrm>
            <a:prstGeom prst="straightConnector1">
              <a:avLst/>
            </a:prstGeom>
            <a:ln w="3175">
              <a:solidFill>
                <a:srgbClr val="df45d4"/>
              </a:solidFill>
              <a:round/>
            </a:ln>
          </p:spPr>
        </p:cxnSp>
        <p:cxnSp>
          <p:nvCxnSpPr>
            <p:cNvPr id="664"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665"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666"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667"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668"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669"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670"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671"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672"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673"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674"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675"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676"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677"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678"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679"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680"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681"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682"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683"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684"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685"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chemeClr val="dk1"/>
                </a:solidFill>
                <a:effectLst/>
                <a:uFillTx/>
                <a:latin typeface="Segoe UI Semibold"/>
              </a:rPr>
              <a:t>Video</a:t>
            </a:r>
            <a:endParaRPr b="0" lang="en-US" sz="3600" strike="noStrike" u="none">
              <a:solidFill>
                <a:schemeClr val="lt1"/>
              </a:solidFill>
              <a:effectLst/>
              <a:uFillTx/>
              <a:latin typeface="Segoe UI"/>
            </a:endParaRPr>
          </a:p>
        </p:txBody>
      </p:sp>
      <p:pic>
        <p:nvPicPr>
          <p:cNvPr id="686" name="Picture 3"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Title_2">
    <p:bg>
      <p:bgPr>
        <a:solidFill>
          <a:srgbClr val="f2f2f2"/>
        </a:solidFill>
      </p:bgPr>
    </p:bg>
    <p:spTree>
      <p:nvGrpSpPr>
        <p:cNvPr id="1" name=""/>
        <p:cNvGrpSpPr/>
        <p:nvPr/>
      </p:nvGrpSpPr>
      <p:grpSpPr>
        <a:xfrm>
          <a:off x="0" y="0"/>
          <a:ext cx="0" cy="0"/>
          <a:chOff x="0" y="0"/>
          <a:chExt cx="0" cy="0"/>
        </a:xfrm>
      </p:grpSpPr>
      <p:grpSp>
        <p:nvGrpSpPr>
          <p:cNvPr id="687" name="GRID"/>
          <p:cNvGrpSpPr/>
          <p:nvPr/>
        </p:nvGrpSpPr>
        <p:grpSpPr>
          <a:xfrm>
            <a:off x="0" y="0"/>
            <a:ext cx="12191760" cy="6858000"/>
            <a:chOff x="0" y="0"/>
            <a:chExt cx="12191760" cy="6858000"/>
          </a:xfrm>
        </p:grpSpPr>
        <p:cxnSp>
          <p:nvCxnSpPr>
            <p:cNvPr id="688"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689"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690" name="Straight Connector 9"/>
            <p:cNvCxnSpPr/>
            <p:nvPr/>
          </p:nvCxnSpPr>
          <p:spPr>
            <a:xfrm>
              <a:off x="0" y="585000"/>
              <a:ext cx="12189240" cy="360"/>
            </a:xfrm>
            <a:prstGeom prst="straightConnector1">
              <a:avLst/>
            </a:prstGeom>
            <a:ln w="3175">
              <a:solidFill>
                <a:srgbClr val="df45d4"/>
              </a:solidFill>
              <a:round/>
            </a:ln>
          </p:spPr>
        </p:cxnSp>
        <p:cxnSp>
          <p:nvCxnSpPr>
            <p:cNvPr id="691" name="Straight Connector 10"/>
            <p:cNvCxnSpPr/>
            <p:nvPr/>
          </p:nvCxnSpPr>
          <p:spPr>
            <a:xfrm>
              <a:off x="0" y="6272640"/>
              <a:ext cx="12189240" cy="360"/>
            </a:xfrm>
            <a:prstGeom prst="straightConnector1">
              <a:avLst/>
            </a:prstGeom>
            <a:ln w="3175">
              <a:solidFill>
                <a:srgbClr val="df45d4"/>
              </a:solidFill>
              <a:round/>
            </a:ln>
          </p:spPr>
        </p:cxnSp>
        <p:cxnSp>
          <p:nvCxnSpPr>
            <p:cNvPr id="692"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693"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694"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695"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696"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697"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698" name="Straight Connector 17"/>
            <p:cNvCxnSpPr/>
            <p:nvPr/>
          </p:nvCxnSpPr>
          <p:spPr>
            <a:xfrm>
              <a:off x="585000" y="0"/>
              <a:ext cx="360" cy="6858360"/>
            </a:xfrm>
            <a:prstGeom prst="straightConnector1">
              <a:avLst/>
            </a:prstGeom>
            <a:ln w="3175">
              <a:solidFill>
                <a:srgbClr val="df45d4"/>
              </a:solidFill>
              <a:round/>
            </a:ln>
          </p:spPr>
        </p:cxnSp>
        <p:cxnSp>
          <p:nvCxnSpPr>
            <p:cNvPr id="699"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700"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701"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702"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703" name="Straight Connector 22"/>
            <p:cNvCxnSpPr/>
            <p:nvPr/>
          </p:nvCxnSpPr>
          <p:spPr>
            <a:xfrm>
              <a:off x="11606760" y="0"/>
              <a:ext cx="360" cy="6858360"/>
            </a:xfrm>
            <a:prstGeom prst="straightConnector1">
              <a:avLst/>
            </a:prstGeom>
            <a:ln w="3175">
              <a:solidFill>
                <a:srgbClr val="df45d4"/>
              </a:solidFill>
              <a:round/>
            </a:ln>
          </p:spPr>
        </p:cxnSp>
        <p:cxnSp>
          <p:nvCxnSpPr>
            <p:cNvPr id="704"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705"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706"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707"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708"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709"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710"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711"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712"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713"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714"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715"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716"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717"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718"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719"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720"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721"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722"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723"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724"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725"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chemeClr val="dk1"/>
                </a:solidFill>
                <a:effectLst/>
                <a:uFillTx/>
                <a:latin typeface="Segoe UI Semibold"/>
              </a:rPr>
              <a:t>Section title</a:t>
            </a:r>
            <a:endParaRPr b="0" lang="en-US" sz="3600" strike="noStrike" u="none">
              <a:solidFill>
                <a:schemeClr val="lt1"/>
              </a:solidFill>
              <a:effectLst/>
              <a:uFillTx/>
              <a:latin typeface="Segoe UI"/>
            </a:endParaRPr>
          </a:p>
        </p:txBody>
      </p:sp>
      <p:pic>
        <p:nvPicPr>
          <p:cNvPr id="726" name="Picture 4"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grpSp>
        <p:nvGrpSpPr>
          <p:cNvPr id="727" name="GRID"/>
          <p:cNvGrpSpPr/>
          <p:nvPr/>
        </p:nvGrpSpPr>
        <p:grpSpPr>
          <a:xfrm>
            <a:off x="0" y="0"/>
            <a:ext cx="12191760" cy="6858000"/>
            <a:chOff x="0" y="0"/>
            <a:chExt cx="12191760" cy="6858000"/>
          </a:xfrm>
        </p:grpSpPr>
        <p:cxnSp>
          <p:nvCxnSpPr>
            <p:cNvPr id="728"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729"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730" name="Straight Connector 9"/>
            <p:cNvCxnSpPr/>
            <p:nvPr/>
          </p:nvCxnSpPr>
          <p:spPr>
            <a:xfrm>
              <a:off x="0" y="585000"/>
              <a:ext cx="12189240" cy="360"/>
            </a:xfrm>
            <a:prstGeom prst="straightConnector1">
              <a:avLst/>
            </a:prstGeom>
            <a:ln w="3175">
              <a:solidFill>
                <a:srgbClr val="df45d4"/>
              </a:solidFill>
              <a:round/>
            </a:ln>
          </p:spPr>
        </p:cxnSp>
        <p:cxnSp>
          <p:nvCxnSpPr>
            <p:cNvPr id="731" name="Straight Connector 10"/>
            <p:cNvCxnSpPr/>
            <p:nvPr/>
          </p:nvCxnSpPr>
          <p:spPr>
            <a:xfrm>
              <a:off x="0" y="6272640"/>
              <a:ext cx="12189240" cy="360"/>
            </a:xfrm>
            <a:prstGeom prst="straightConnector1">
              <a:avLst/>
            </a:prstGeom>
            <a:ln w="3175">
              <a:solidFill>
                <a:srgbClr val="df45d4"/>
              </a:solidFill>
              <a:round/>
            </a:ln>
          </p:spPr>
        </p:cxnSp>
        <p:cxnSp>
          <p:nvCxnSpPr>
            <p:cNvPr id="732"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733"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734"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735"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736"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737"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738" name="Straight Connector 17"/>
            <p:cNvCxnSpPr/>
            <p:nvPr/>
          </p:nvCxnSpPr>
          <p:spPr>
            <a:xfrm>
              <a:off x="585000" y="0"/>
              <a:ext cx="360" cy="6858360"/>
            </a:xfrm>
            <a:prstGeom prst="straightConnector1">
              <a:avLst/>
            </a:prstGeom>
            <a:ln w="3175">
              <a:solidFill>
                <a:srgbClr val="df45d4"/>
              </a:solidFill>
              <a:round/>
            </a:ln>
          </p:spPr>
        </p:cxnSp>
        <p:cxnSp>
          <p:nvCxnSpPr>
            <p:cNvPr id="739"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740"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741"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742"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743" name="Straight Connector 22"/>
            <p:cNvCxnSpPr/>
            <p:nvPr/>
          </p:nvCxnSpPr>
          <p:spPr>
            <a:xfrm>
              <a:off x="11606760" y="0"/>
              <a:ext cx="360" cy="6858360"/>
            </a:xfrm>
            <a:prstGeom prst="straightConnector1">
              <a:avLst/>
            </a:prstGeom>
            <a:ln w="3175">
              <a:solidFill>
                <a:srgbClr val="df45d4"/>
              </a:solidFill>
              <a:round/>
            </a:ln>
          </p:spPr>
        </p:cxnSp>
        <p:cxnSp>
          <p:nvCxnSpPr>
            <p:cNvPr id="744"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745"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746"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747"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748"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749"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750"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751"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752"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753"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754"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755"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756"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757"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758"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759"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760"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761"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762"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763"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764"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2">
    <p:bg>
      <p:bgPr>
        <a:solidFill>
          <a:srgbClr val="2f2f2f"/>
        </a:solidFill>
      </p:bgPr>
    </p:bg>
    <p:spTree>
      <p:nvGrpSpPr>
        <p:cNvPr id="1" name=""/>
        <p:cNvGrpSpPr/>
        <p:nvPr/>
      </p:nvGrpSpPr>
      <p:grpSpPr>
        <a:xfrm>
          <a:off x="0" y="0"/>
          <a:ext cx="0" cy="0"/>
          <a:chOff x="0" y="0"/>
          <a:chExt cx="0" cy="0"/>
        </a:xfrm>
      </p:grpSpPr>
      <p:grpSp>
        <p:nvGrpSpPr>
          <p:cNvPr id="765" name="GRID"/>
          <p:cNvGrpSpPr/>
          <p:nvPr/>
        </p:nvGrpSpPr>
        <p:grpSpPr>
          <a:xfrm>
            <a:off x="0" y="0"/>
            <a:ext cx="12191760" cy="6858000"/>
            <a:chOff x="0" y="0"/>
            <a:chExt cx="12191760" cy="6858000"/>
          </a:xfrm>
        </p:grpSpPr>
        <p:cxnSp>
          <p:nvCxnSpPr>
            <p:cNvPr id="76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76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768" name="Straight Connector 9"/>
            <p:cNvCxnSpPr/>
            <p:nvPr/>
          </p:nvCxnSpPr>
          <p:spPr>
            <a:xfrm>
              <a:off x="0" y="585000"/>
              <a:ext cx="12189240" cy="360"/>
            </a:xfrm>
            <a:prstGeom prst="straightConnector1">
              <a:avLst/>
            </a:prstGeom>
            <a:ln w="3175">
              <a:solidFill>
                <a:srgbClr val="df45d4"/>
              </a:solidFill>
              <a:round/>
            </a:ln>
          </p:spPr>
        </p:cxnSp>
        <p:cxnSp>
          <p:nvCxnSpPr>
            <p:cNvPr id="769" name="Straight Connector 10"/>
            <p:cNvCxnSpPr/>
            <p:nvPr/>
          </p:nvCxnSpPr>
          <p:spPr>
            <a:xfrm>
              <a:off x="0" y="6272640"/>
              <a:ext cx="12189240" cy="360"/>
            </a:xfrm>
            <a:prstGeom prst="straightConnector1">
              <a:avLst/>
            </a:prstGeom>
            <a:ln w="3175">
              <a:solidFill>
                <a:srgbClr val="df45d4"/>
              </a:solidFill>
              <a:round/>
            </a:ln>
          </p:spPr>
        </p:cxnSp>
        <p:cxnSp>
          <p:nvCxnSpPr>
            <p:cNvPr id="77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77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77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77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77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77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776" name="Straight Connector 17"/>
            <p:cNvCxnSpPr/>
            <p:nvPr/>
          </p:nvCxnSpPr>
          <p:spPr>
            <a:xfrm>
              <a:off x="585000" y="0"/>
              <a:ext cx="360" cy="6858360"/>
            </a:xfrm>
            <a:prstGeom prst="straightConnector1">
              <a:avLst/>
            </a:prstGeom>
            <a:ln w="3175">
              <a:solidFill>
                <a:srgbClr val="df45d4"/>
              </a:solidFill>
              <a:round/>
            </a:ln>
          </p:spPr>
        </p:cxnSp>
        <p:cxnSp>
          <p:nvCxnSpPr>
            <p:cNvPr id="77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77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77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78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781" name="Straight Connector 22"/>
            <p:cNvCxnSpPr/>
            <p:nvPr/>
          </p:nvCxnSpPr>
          <p:spPr>
            <a:xfrm>
              <a:off x="11606760" y="0"/>
              <a:ext cx="360" cy="6858360"/>
            </a:xfrm>
            <a:prstGeom prst="straightConnector1">
              <a:avLst/>
            </a:prstGeom>
            <a:ln w="3175">
              <a:solidFill>
                <a:srgbClr val="df45d4"/>
              </a:solidFill>
              <a:round/>
            </a:ln>
          </p:spPr>
        </p:cxnSp>
        <p:cxnSp>
          <p:nvCxnSpPr>
            <p:cNvPr id="78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78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78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78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78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78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78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78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79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79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79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79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79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79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79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79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79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79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800"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801"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80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veloper Code Layout">
    <p:bg>
      <p:bgPr>
        <a:solidFill>
          <a:srgbClr val="ffffff"/>
        </a:solidFill>
      </p:bgPr>
    </p:bg>
    <p:spTree>
      <p:nvGrpSpPr>
        <p:cNvPr id="1" name=""/>
        <p:cNvGrpSpPr/>
        <p:nvPr/>
      </p:nvGrpSpPr>
      <p:grpSpPr>
        <a:xfrm>
          <a:off x="0" y="0"/>
          <a:ext cx="0" cy="0"/>
          <a:chOff x="0" y="0"/>
          <a:chExt cx="0" cy="0"/>
        </a:xfrm>
      </p:grpSpPr>
      <p:grpSp>
        <p:nvGrpSpPr>
          <p:cNvPr id="803" name="GRID"/>
          <p:cNvGrpSpPr/>
          <p:nvPr/>
        </p:nvGrpSpPr>
        <p:grpSpPr>
          <a:xfrm>
            <a:off x="0" y="0"/>
            <a:ext cx="12191760" cy="6858000"/>
            <a:chOff x="0" y="0"/>
            <a:chExt cx="12191760" cy="6858000"/>
          </a:xfrm>
        </p:grpSpPr>
        <p:cxnSp>
          <p:nvCxnSpPr>
            <p:cNvPr id="80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80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806" name="Straight Connector 9"/>
            <p:cNvCxnSpPr/>
            <p:nvPr/>
          </p:nvCxnSpPr>
          <p:spPr>
            <a:xfrm>
              <a:off x="0" y="585000"/>
              <a:ext cx="12189240" cy="360"/>
            </a:xfrm>
            <a:prstGeom prst="straightConnector1">
              <a:avLst/>
            </a:prstGeom>
            <a:ln w="3175">
              <a:solidFill>
                <a:srgbClr val="df45d4"/>
              </a:solidFill>
              <a:round/>
            </a:ln>
          </p:spPr>
        </p:cxnSp>
        <p:cxnSp>
          <p:nvCxnSpPr>
            <p:cNvPr id="807" name="Straight Connector 10"/>
            <p:cNvCxnSpPr/>
            <p:nvPr/>
          </p:nvCxnSpPr>
          <p:spPr>
            <a:xfrm>
              <a:off x="0" y="6272640"/>
              <a:ext cx="12189240" cy="360"/>
            </a:xfrm>
            <a:prstGeom prst="straightConnector1">
              <a:avLst/>
            </a:prstGeom>
            <a:ln w="3175">
              <a:solidFill>
                <a:srgbClr val="df45d4"/>
              </a:solidFill>
              <a:round/>
            </a:ln>
          </p:spPr>
        </p:cxnSp>
        <p:cxnSp>
          <p:nvCxnSpPr>
            <p:cNvPr id="80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80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81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81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81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81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814" name="Straight Connector 17"/>
            <p:cNvCxnSpPr/>
            <p:nvPr/>
          </p:nvCxnSpPr>
          <p:spPr>
            <a:xfrm>
              <a:off x="585000" y="0"/>
              <a:ext cx="360" cy="6858360"/>
            </a:xfrm>
            <a:prstGeom prst="straightConnector1">
              <a:avLst/>
            </a:prstGeom>
            <a:ln w="3175">
              <a:solidFill>
                <a:srgbClr val="df45d4"/>
              </a:solidFill>
              <a:round/>
            </a:ln>
          </p:spPr>
        </p:cxnSp>
        <p:cxnSp>
          <p:nvCxnSpPr>
            <p:cNvPr id="81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81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81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81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819" name="Straight Connector 22"/>
            <p:cNvCxnSpPr/>
            <p:nvPr/>
          </p:nvCxnSpPr>
          <p:spPr>
            <a:xfrm>
              <a:off x="11606760" y="0"/>
              <a:ext cx="360" cy="6858360"/>
            </a:xfrm>
            <a:prstGeom prst="straightConnector1">
              <a:avLst/>
            </a:prstGeom>
            <a:ln w="3175">
              <a:solidFill>
                <a:srgbClr val="df45d4"/>
              </a:solidFill>
              <a:round/>
            </a:ln>
          </p:spPr>
        </p:cxnSp>
        <p:cxnSp>
          <p:nvCxnSpPr>
            <p:cNvPr id="82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82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82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82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82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82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82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82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82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82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83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83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83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83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83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83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83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83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838"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839"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84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841"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Software code slide</a:t>
            </a:r>
            <a:endParaRPr b="0" lang="en-US" sz="3600" strike="noStrike" u="none">
              <a:solidFill>
                <a:schemeClr val="dk1"/>
              </a:solidFill>
              <a:effectLst/>
              <a:uFillTx/>
              <a:latin typeface="Segoe UI"/>
            </a:endParaRPr>
          </a:p>
        </p:txBody>
      </p:sp>
      <p:sp>
        <p:nvSpPr>
          <p:cNvPr id="842" name="PlaceHolder 2"/>
          <p:cNvSpPr>
            <a:spLocks noGrp="1"/>
          </p:cNvSpPr>
          <p:nvPr>
            <p:ph type="body"/>
          </p:nvPr>
        </p:nvSpPr>
        <p:spPr>
          <a:xfrm>
            <a:off x="588240" y="1436760"/>
            <a:ext cx="11018160" cy="190800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000000"/>
                </a:solidFill>
                <a:effectLst/>
                <a:uFillTx/>
                <a:latin typeface="Consolas"/>
              </a:rPr>
              <a:t>Click to edit Master text styles</a:t>
            </a:r>
            <a:endParaRPr b="0" lang="en-US" sz="2800" strike="noStrike" u="none">
              <a:solidFill>
                <a:schemeClr val="dk1"/>
              </a:solidFill>
              <a:effectLst/>
              <a:uFillTx/>
              <a:latin typeface="Segoe UI Semilight"/>
            </a:endParaRPr>
          </a:p>
          <a:p>
            <a:pPr marL="346680" indent="0" defTabSz="932760">
              <a:lnSpc>
                <a:spcPct val="100000"/>
              </a:lnSpc>
              <a:spcBef>
                <a:spcPts val="479"/>
              </a:spcBef>
              <a:buNone/>
              <a:tabLst>
                <a:tab algn="l" pos="0"/>
              </a:tabLst>
            </a:pPr>
            <a:r>
              <a:rPr b="0" lang="en-US" sz="2400" strike="noStrike" u="none">
                <a:solidFill>
                  <a:srgbClr val="000000"/>
                </a:solidFill>
                <a:effectLst/>
                <a:uFillTx/>
                <a:latin typeface="Consolas"/>
              </a:rPr>
              <a:t>Second level</a:t>
            </a:r>
            <a:endParaRPr b="0" lang="en-US" sz="2400" strike="noStrike" u="none">
              <a:solidFill>
                <a:schemeClr val="dk1"/>
              </a:solidFill>
              <a:effectLst/>
              <a:uFillTx/>
              <a:latin typeface="Segoe UI Semilight"/>
            </a:endParaRPr>
          </a:p>
          <a:p>
            <a:pPr marL="584640" indent="0" defTabSz="932760">
              <a:lnSpc>
                <a:spcPct val="100000"/>
              </a:lnSpc>
              <a:spcBef>
                <a:spcPts val="400"/>
              </a:spcBef>
              <a:buNone/>
              <a:tabLst>
                <a:tab algn="l" pos="0"/>
              </a:tabLst>
            </a:pPr>
            <a:r>
              <a:rPr b="0" lang="en-US" sz="2000" strike="noStrike" u="none">
                <a:solidFill>
                  <a:srgbClr val="000000"/>
                </a:solidFill>
                <a:effectLst/>
                <a:uFillTx/>
                <a:latin typeface="Consolas"/>
              </a:rPr>
              <a:t>Third level</a:t>
            </a:r>
            <a:endParaRPr b="0" lang="en-US" sz="2000" strike="noStrike" u="none">
              <a:solidFill>
                <a:schemeClr val="dk1"/>
              </a:solidFill>
              <a:effectLst/>
              <a:uFillTx/>
              <a:latin typeface="Segoe UI Semilight"/>
            </a:endParaRPr>
          </a:p>
          <a:p>
            <a:pPr marL="814680" indent="0" defTabSz="932760">
              <a:lnSpc>
                <a:spcPct val="100000"/>
              </a:lnSpc>
              <a:spcBef>
                <a:spcPts val="360"/>
              </a:spcBef>
              <a:buNone/>
              <a:tabLst>
                <a:tab algn="l" pos="0"/>
              </a:tabLst>
            </a:pPr>
            <a:r>
              <a:rPr b="0" lang="en-US" sz="1800" strike="noStrike" u="none">
                <a:solidFill>
                  <a:srgbClr val="000000"/>
                </a:solidFill>
                <a:effectLst/>
                <a:uFillTx/>
                <a:latin typeface="Consolas"/>
              </a:rPr>
              <a:t>Fourth level</a:t>
            </a:r>
            <a:endParaRPr b="0" lang="en-US" sz="1800" strike="noStrike" u="none">
              <a:solidFill>
                <a:schemeClr val="dk1"/>
              </a:solidFill>
              <a:effectLst/>
              <a:uFillTx/>
              <a:latin typeface="Segoe UI Semilight"/>
            </a:endParaRPr>
          </a:p>
          <a:p>
            <a:pPr marL="1050840" indent="0" defTabSz="932760">
              <a:lnSpc>
                <a:spcPct val="100000"/>
              </a:lnSpc>
              <a:spcBef>
                <a:spcPts val="360"/>
              </a:spcBef>
              <a:buNone/>
              <a:tabLst>
                <a:tab algn="l" pos="0"/>
              </a:tabLst>
            </a:pPr>
            <a:r>
              <a:rPr b="0" lang="en-US" sz="1800" strike="noStrike" u="none">
                <a:solidFill>
                  <a:srgbClr val="000000"/>
                </a:solidFill>
                <a:effectLst/>
                <a:uFillTx/>
                <a:latin typeface="Consolas"/>
              </a:rPr>
              <a:t>Fifth level</a:t>
            </a:r>
            <a:endParaRPr b="0" lang="en-US" sz="1800" strike="noStrike" u="none">
              <a:solidFill>
                <a:schemeClr val="dk1"/>
              </a:solidFill>
              <a:effectLst/>
              <a:uFillTx/>
              <a:latin typeface="Segoe UI Semilight"/>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losing logo slide_1">
    <p:bg>
      <p:bgPr>
        <a:solidFill>
          <a:srgbClr val="ffffff"/>
        </a:solidFill>
      </p:bgPr>
    </p:bg>
    <p:spTree>
      <p:nvGrpSpPr>
        <p:cNvPr id="1" name=""/>
        <p:cNvGrpSpPr/>
        <p:nvPr/>
      </p:nvGrpSpPr>
      <p:grpSpPr>
        <a:xfrm>
          <a:off x="0" y="0"/>
          <a:ext cx="0" cy="0"/>
          <a:chOff x="0" y="0"/>
          <a:chExt cx="0" cy="0"/>
        </a:xfrm>
      </p:grpSpPr>
      <p:grpSp>
        <p:nvGrpSpPr>
          <p:cNvPr id="843" name="GRID"/>
          <p:cNvGrpSpPr/>
          <p:nvPr/>
        </p:nvGrpSpPr>
        <p:grpSpPr>
          <a:xfrm>
            <a:off x="0" y="0"/>
            <a:ext cx="12191760" cy="6858000"/>
            <a:chOff x="0" y="0"/>
            <a:chExt cx="12191760" cy="6858000"/>
          </a:xfrm>
        </p:grpSpPr>
        <p:cxnSp>
          <p:nvCxnSpPr>
            <p:cNvPr id="84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84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846" name="Straight Connector 9"/>
            <p:cNvCxnSpPr/>
            <p:nvPr/>
          </p:nvCxnSpPr>
          <p:spPr>
            <a:xfrm>
              <a:off x="0" y="585000"/>
              <a:ext cx="12189240" cy="360"/>
            </a:xfrm>
            <a:prstGeom prst="straightConnector1">
              <a:avLst/>
            </a:prstGeom>
            <a:ln w="3175">
              <a:solidFill>
                <a:srgbClr val="df45d4"/>
              </a:solidFill>
              <a:round/>
            </a:ln>
          </p:spPr>
        </p:cxnSp>
        <p:cxnSp>
          <p:nvCxnSpPr>
            <p:cNvPr id="847" name="Straight Connector 10"/>
            <p:cNvCxnSpPr/>
            <p:nvPr/>
          </p:nvCxnSpPr>
          <p:spPr>
            <a:xfrm>
              <a:off x="0" y="6272640"/>
              <a:ext cx="12189240" cy="360"/>
            </a:xfrm>
            <a:prstGeom prst="straightConnector1">
              <a:avLst/>
            </a:prstGeom>
            <a:ln w="3175">
              <a:solidFill>
                <a:srgbClr val="df45d4"/>
              </a:solidFill>
              <a:round/>
            </a:ln>
          </p:spPr>
        </p:cxnSp>
        <p:cxnSp>
          <p:nvCxnSpPr>
            <p:cNvPr id="84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84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85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85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85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85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854" name="Straight Connector 17"/>
            <p:cNvCxnSpPr/>
            <p:nvPr/>
          </p:nvCxnSpPr>
          <p:spPr>
            <a:xfrm>
              <a:off x="585000" y="0"/>
              <a:ext cx="360" cy="6858360"/>
            </a:xfrm>
            <a:prstGeom prst="straightConnector1">
              <a:avLst/>
            </a:prstGeom>
            <a:ln w="3175">
              <a:solidFill>
                <a:srgbClr val="df45d4"/>
              </a:solidFill>
              <a:round/>
            </a:ln>
          </p:spPr>
        </p:cxnSp>
        <p:cxnSp>
          <p:nvCxnSpPr>
            <p:cNvPr id="85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85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85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85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859" name="Straight Connector 22"/>
            <p:cNvCxnSpPr/>
            <p:nvPr/>
          </p:nvCxnSpPr>
          <p:spPr>
            <a:xfrm>
              <a:off x="11606760" y="0"/>
              <a:ext cx="360" cy="6858360"/>
            </a:xfrm>
            <a:prstGeom prst="straightConnector1">
              <a:avLst/>
            </a:prstGeom>
            <a:ln w="3175">
              <a:solidFill>
                <a:srgbClr val="df45d4"/>
              </a:solidFill>
              <a:round/>
            </a:ln>
          </p:spPr>
        </p:cxnSp>
        <p:cxnSp>
          <p:nvCxnSpPr>
            <p:cNvPr id="86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86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86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86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86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86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86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86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86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86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87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87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87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87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87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87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87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87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878"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879"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88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881" name="Picture 6" descr="A picture containing meter&#10;&#10;Description automatically generated"/>
          <p:cNvPicPr/>
          <p:nvPr/>
        </p:nvPicPr>
        <p:blipFill>
          <a:blip r:embed="rId3"/>
          <a:srcRect l="25163" t="-6475" r="8597" b="10239"/>
          <a:stretch/>
        </p:blipFill>
        <p:spPr>
          <a:xfrm>
            <a:off x="0" y="361080"/>
            <a:ext cx="12191760" cy="6496560"/>
          </a:xfrm>
          <a:prstGeom prst="rect">
            <a:avLst/>
          </a:prstGeom>
          <a:noFill/>
          <a:ln w="0">
            <a:noFill/>
          </a:ln>
        </p:spPr>
      </p:pic>
      <p:sp>
        <p:nvSpPr>
          <p:cNvPr id="882"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000000"/>
                </a:solidFill>
                <a:effectLst/>
                <a:uFillTx/>
                <a:latin typeface="Segoe UI Semibold"/>
              </a:rPr>
              <a:t>Click to add copy</a:t>
            </a:r>
            <a:endParaRPr b="0" lang="en-US" sz="3600" strike="noStrike" u="none">
              <a:solidFill>
                <a:schemeClr val="dk1"/>
              </a:solidFill>
              <a:effectLst/>
              <a:uFillTx/>
              <a:latin typeface="Segoe UI"/>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lkin 3">
    <p:bg>
      <p:bgPr>
        <a:solidFill>
          <a:schemeClr val="lt1"/>
        </a:solidFill>
      </p:bgPr>
    </p:bg>
    <p:spTree>
      <p:nvGrpSpPr>
        <p:cNvPr id="1" name=""/>
        <p:cNvGrpSpPr/>
        <p:nvPr/>
      </p:nvGrpSpPr>
      <p:grpSpPr>
        <a:xfrm>
          <a:off x="0" y="0"/>
          <a:ext cx="0" cy="0"/>
          <a:chOff x="0" y="0"/>
          <a:chExt cx="0" cy="0"/>
        </a:xfrm>
      </p:grpSpPr>
      <p:grpSp>
        <p:nvGrpSpPr>
          <p:cNvPr id="883" name="GRID"/>
          <p:cNvGrpSpPr/>
          <p:nvPr/>
        </p:nvGrpSpPr>
        <p:grpSpPr>
          <a:xfrm>
            <a:off x="0" y="0"/>
            <a:ext cx="12191760" cy="6858000"/>
            <a:chOff x="0" y="0"/>
            <a:chExt cx="12191760" cy="6858000"/>
          </a:xfrm>
        </p:grpSpPr>
        <p:cxnSp>
          <p:nvCxnSpPr>
            <p:cNvPr id="88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88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886" name="Straight Connector 9"/>
            <p:cNvCxnSpPr/>
            <p:nvPr/>
          </p:nvCxnSpPr>
          <p:spPr>
            <a:xfrm>
              <a:off x="0" y="585000"/>
              <a:ext cx="12189240" cy="360"/>
            </a:xfrm>
            <a:prstGeom prst="straightConnector1">
              <a:avLst/>
            </a:prstGeom>
            <a:ln w="3175">
              <a:solidFill>
                <a:srgbClr val="df45d4"/>
              </a:solidFill>
              <a:round/>
            </a:ln>
          </p:spPr>
        </p:cxnSp>
        <p:cxnSp>
          <p:nvCxnSpPr>
            <p:cNvPr id="887" name="Straight Connector 10"/>
            <p:cNvCxnSpPr/>
            <p:nvPr/>
          </p:nvCxnSpPr>
          <p:spPr>
            <a:xfrm>
              <a:off x="0" y="6272640"/>
              <a:ext cx="12189240" cy="360"/>
            </a:xfrm>
            <a:prstGeom prst="straightConnector1">
              <a:avLst/>
            </a:prstGeom>
            <a:ln w="3175">
              <a:solidFill>
                <a:srgbClr val="df45d4"/>
              </a:solidFill>
              <a:round/>
            </a:ln>
          </p:spPr>
        </p:cxnSp>
        <p:cxnSp>
          <p:nvCxnSpPr>
            <p:cNvPr id="88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88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89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89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89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89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894" name="Straight Connector 17"/>
            <p:cNvCxnSpPr/>
            <p:nvPr/>
          </p:nvCxnSpPr>
          <p:spPr>
            <a:xfrm>
              <a:off x="585000" y="0"/>
              <a:ext cx="360" cy="6858360"/>
            </a:xfrm>
            <a:prstGeom prst="straightConnector1">
              <a:avLst/>
            </a:prstGeom>
            <a:ln w="3175">
              <a:solidFill>
                <a:srgbClr val="df45d4"/>
              </a:solidFill>
              <a:round/>
            </a:ln>
          </p:spPr>
        </p:cxnSp>
        <p:cxnSp>
          <p:nvCxnSpPr>
            <p:cNvPr id="89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89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89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89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899" name="Straight Connector 22"/>
            <p:cNvCxnSpPr/>
            <p:nvPr/>
          </p:nvCxnSpPr>
          <p:spPr>
            <a:xfrm>
              <a:off x="11606760" y="0"/>
              <a:ext cx="360" cy="6858360"/>
            </a:xfrm>
            <a:prstGeom prst="straightConnector1">
              <a:avLst/>
            </a:prstGeom>
            <a:ln w="3175">
              <a:solidFill>
                <a:srgbClr val="df45d4"/>
              </a:solidFill>
              <a:round/>
            </a:ln>
          </p:spPr>
        </p:cxnSp>
        <p:cxnSp>
          <p:nvCxnSpPr>
            <p:cNvPr id="90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90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90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90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90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90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90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90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90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90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91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91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91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91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91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91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91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91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918"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919"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92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921" name="Picture 9" descr=""/>
          <p:cNvPicPr/>
          <p:nvPr/>
        </p:nvPicPr>
        <p:blipFill>
          <a:blip r:embed="rId3"/>
          <a:stretch/>
        </p:blipFill>
        <p:spPr>
          <a:xfrm>
            <a:off x="0" y="6017400"/>
            <a:ext cx="12191760" cy="257760"/>
          </a:xfrm>
          <a:prstGeom prst="rect">
            <a:avLst/>
          </a:prstGeom>
          <a:noFill/>
          <a:ln w="0">
            <a:noFill/>
          </a:ln>
        </p:spPr>
      </p:pic>
      <p:sp>
        <p:nvSpPr>
          <p:cNvPr id="922"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rgbClr val="1a1a1a"/>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923"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924" name="Picture 6" descr="A picture containing food, drawing, plate&#10;&#10;Description automatically generated"/>
          <p:cNvPicPr/>
          <p:nvPr/>
        </p:nvPicPr>
        <p:blipFill>
          <a:blip r:embed="rId4"/>
          <a:stretch/>
        </p:blipFill>
        <p:spPr>
          <a:xfrm>
            <a:off x="587520" y="595800"/>
            <a:ext cx="2132640" cy="402120"/>
          </a:xfrm>
          <a:prstGeom prst="rect">
            <a:avLst/>
          </a:prstGeom>
          <a:noFill/>
          <a:ln w="0">
            <a:noFill/>
          </a:ln>
        </p:spPr>
      </p:pic>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losing logo slide_2">
    <p:bg>
      <p:bgPr>
        <a:solidFill>
          <a:srgbClr val="e6e6e6"/>
        </a:solidFill>
      </p:bgPr>
    </p:bg>
    <p:spTree>
      <p:nvGrpSpPr>
        <p:cNvPr id="1" name=""/>
        <p:cNvGrpSpPr/>
        <p:nvPr/>
      </p:nvGrpSpPr>
      <p:grpSpPr>
        <a:xfrm>
          <a:off x="0" y="0"/>
          <a:ext cx="0" cy="0"/>
          <a:chOff x="0" y="0"/>
          <a:chExt cx="0" cy="0"/>
        </a:xfrm>
      </p:grpSpPr>
      <p:grpSp>
        <p:nvGrpSpPr>
          <p:cNvPr id="925" name="GRID"/>
          <p:cNvGrpSpPr/>
          <p:nvPr/>
        </p:nvGrpSpPr>
        <p:grpSpPr>
          <a:xfrm>
            <a:off x="0" y="0"/>
            <a:ext cx="12191760" cy="6858000"/>
            <a:chOff x="0" y="0"/>
            <a:chExt cx="12191760" cy="6858000"/>
          </a:xfrm>
        </p:grpSpPr>
        <p:cxnSp>
          <p:nvCxnSpPr>
            <p:cNvPr id="92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92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928" name="Straight Connector 9"/>
            <p:cNvCxnSpPr/>
            <p:nvPr/>
          </p:nvCxnSpPr>
          <p:spPr>
            <a:xfrm>
              <a:off x="0" y="585000"/>
              <a:ext cx="12189240" cy="360"/>
            </a:xfrm>
            <a:prstGeom prst="straightConnector1">
              <a:avLst/>
            </a:prstGeom>
            <a:ln w="3175">
              <a:solidFill>
                <a:srgbClr val="df45d4"/>
              </a:solidFill>
              <a:round/>
            </a:ln>
          </p:spPr>
        </p:cxnSp>
        <p:cxnSp>
          <p:nvCxnSpPr>
            <p:cNvPr id="929" name="Straight Connector 10"/>
            <p:cNvCxnSpPr/>
            <p:nvPr/>
          </p:nvCxnSpPr>
          <p:spPr>
            <a:xfrm>
              <a:off x="0" y="6272640"/>
              <a:ext cx="12189240" cy="360"/>
            </a:xfrm>
            <a:prstGeom prst="straightConnector1">
              <a:avLst/>
            </a:prstGeom>
            <a:ln w="3175">
              <a:solidFill>
                <a:srgbClr val="df45d4"/>
              </a:solidFill>
              <a:round/>
            </a:ln>
          </p:spPr>
        </p:cxnSp>
        <p:cxnSp>
          <p:nvCxnSpPr>
            <p:cNvPr id="93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93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93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93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93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93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936" name="Straight Connector 17"/>
            <p:cNvCxnSpPr/>
            <p:nvPr/>
          </p:nvCxnSpPr>
          <p:spPr>
            <a:xfrm>
              <a:off x="585000" y="0"/>
              <a:ext cx="360" cy="6858360"/>
            </a:xfrm>
            <a:prstGeom prst="straightConnector1">
              <a:avLst/>
            </a:prstGeom>
            <a:ln w="3175">
              <a:solidFill>
                <a:srgbClr val="df45d4"/>
              </a:solidFill>
              <a:round/>
            </a:ln>
          </p:spPr>
        </p:cxnSp>
        <p:cxnSp>
          <p:nvCxnSpPr>
            <p:cNvPr id="93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93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93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94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941" name="Straight Connector 22"/>
            <p:cNvCxnSpPr/>
            <p:nvPr/>
          </p:nvCxnSpPr>
          <p:spPr>
            <a:xfrm>
              <a:off x="11606760" y="0"/>
              <a:ext cx="360" cy="6858360"/>
            </a:xfrm>
            <a:prstGeom prst="straightConnector1">
              <a:avLst/>
            </a:prstGeom>
            <a:ln w="3175">
              <a:solidFill>
                <a:srgbClr val="df45d4"/>
              </a:solidFill>
              <a:round/>
            </a:ln>
          </p:spPr>
        </p:cxnSp>
        <p:cxnSp>
          <p:nvCxnSpPr>
            <p:cNvPr id="94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94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94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94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94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94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94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94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95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95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95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95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95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95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95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95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95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95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960"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961"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96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963" name="Picture 6" descr="A picture containing meter&#10;&#10;Description automatically generated"/>
          <p:cNvPicPr/>
          <p:nvPr/>
        </p:nvPicPr>
        <p:blipFill>
          <a:blip r:embed="rId3"/>
          <a:srcRect l="25163" t="-6475" r="8597" b="10239"/>
          <a:stretch/>
        </p:blipFill>
        <p:spPr>
          <a:xfrm>
            <a:off x="0" y="361080"/>
            <a:ext cx="12191760" cy="6496560"/>
          </a:xfrm>
          <a:prstGeom prst="rect">
            <a:avLst/>
          </a:prstGeom>
          <a:noFill/>
          <a:ln w="0">
            <a:noFill/>
          </a:ln>
        </p:spPr>
      </p:pic>
      <p:pic>
        <p:nvPicPr>
          <p:cNvPr id="964" name="Picture 4"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losing logo slide_3">
    <p:bg>
      <p:bgPr>
        <a:solidFill>
          <a:srgbClr val="f2f2f2"/>
        </a:solidFill>
      </p:bgPr>
    </p:bg>
    <p:spTree>
      <p:nvGrpSpPr>
        <p:cNvPr id="1" name=""/>
        <p:cNvGrpSpPr/>
        <p:nvPr/>
      </p:nvGrpSpPr>
      <p:grpSpPr>
        <a:xfrm>
          <a:off x="0" y="0"/>
          <a:ext cx="0" cy="0"/>
          <a:chOff x="0" y="0"/>
          <a:chExt cx="0" cy="0"/>
        </a:xfrm>
      </p:grpSpPr>
      <p:grpSp>
        <p:nvGrpSpPr>
          <p:cNvPr id="965" name="GRID"/>
          <p:cNvGrpSpPr/>
          <p:nvPr/>
        </p:nvGrpSpPr>
        <p:grpSpPr>
          <a:xfrm>
            <a:off x="0" y="0"/>
            <a:ext cx="12191760" cy="6858000"/>
            <a:chOff x="0" y="0"/>
            <a:chExt cx="12191760" cy="6858000"/>
          </a:xfrm>
        </p:grpSpPr>
        <p:cxnSp>
          <p:nvCxnSpPr>
            <p:cNvPr id="96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96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968" name="Straight Connector 9"/>
            <p:cNvCxnSpPr/>
            <p:nvPr/>
          </p:nvCxnSpPr>
          <p:spPr>
            <a:xfrm>
              <a:off x="0" y="585000"/>
              <a:ext cx="12189240" cy="360"/>
            </a:xfrm>
            <a:prstGeom prst="straightConnector1">
              <a:avLst/>
            </a:prstGeom>
            <a:ln w="3175">
              <a:solidFill>
                <a:srgbClr val="df45d4"/>
              </a:solidFill>
              <a:round/>
            </a:ln>
          </p:spPr>
        </p:cxnSp>
        <p:cxnSp>
          <p:nvCxnSpPr>
            <p:cNvPr id="969" name="Straight Connector 10"/>
            <p:cNvCxnSpPr/>
            <p:nvPr/>
          </p:nvCxnSpPr>
          <p:spPr>
            <a:xfrm>
              <a:off x="0" y="6272640"/>
              <a:ext cx="12189240" cy="360"/>
            </a:xfrm>
            <a:prstGeom prst="straightConnector1">
              <a:avLst/>
            </a:prstGeom>
            <a:ln w="3175">
              <a:solidFill>
                <a:srgbClr val="df45d4"/>
              </a:solidFill>
              <a:round/>
            </a:ln>
          </p:spPr>
        </p:cxnSp>
        <p:cxnSp>
          <p:nvCxnSpPr>
            <p:cNvPr id="97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97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97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97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97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97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976" name="Straight Connector 17"/>
            <p:cNvCxnSpPr/>
            <p:nvPr/>
          </p:nvCxnSpPr>
          <p:spPr>
            <a:xfrm>
              <a:off x="585000" y="0"/>
              <a:ext cx="360" cy="6858360"/>
            </a:xfrm>
            <a:prstGeom prst="straightConnector1">
              <a:avLst/>
            </a:prstGeom>
            <a:ln w="3175">
              <a:solidFill>
                <a:srgbClr val="df45d4"/>
              </a:solidFill>
              <a:round/>
            </a:ln>
          </p:spPr>
        </p:cxnSp>
        <p:cxnSp>
          <p:nvCxnSpPr>
            <p:cNvPr id="97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97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97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98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981" name="Straight Connector 22"/>
            <p:cNvCxnSpPr/>
            <p:nvPr/>
          </p:nvCxnSpPr>
          <p:spPr>
            <a:xfrm>
              <a:off x="11606760" y="0"/>
              <a:ext cx="360" cy="6858360"/>
            </a:xfrm>
            <a:prstGeom prst="straightConnector1">
              <a:avLst/>
            </a:prstGeom>
            <a:ln w="3175">
              <a:solidFill>
                <a:srgbClr val="df45d4"/>
              </a:solidFill>
              <a:round/>
            </a:ln>
          </p:spPr>
        </p:cxnSp>
        <p:cxnSp>
          <p:nvCxnSpPr>
            <p:cNvPr id="98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98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98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98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98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98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98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98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99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99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99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99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99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99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99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99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99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99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000"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001"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00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1003" name="Picture 9" descr="A picture containing meter&#10;&#10;Description automatically generated"/>
          <p:cNvPicPr/>
          <p:nvPr/>
        </p:nvPicPr>
        <p:blipFill>
          <a:blip r:embed="rId3"/>
          <a:srcRect l="25163" t="-6475" r="8597" b="10239"/>
          <a:stretch/>
        </p:blipFill>
        <p:spPr>
          <a:xfrm>
            <a:off x="533520" y="729360"/>
            <a:ext cx="12191760" cy="6496560"/>
          </a:xfrm>
          <a:prstGeom prst="rect">
            <a:avLst/>
          </a:prstGeom>
          <a:noFill/>
          <a:ln w="0">
            <a:noFill/>
          </a:ln>
        </p:spPr>
      </p:pic>
      <p:pic>
        <p:nvPicPr>
          <p:cNvPr id="1004" name="Picture 4" descr="A picture containing food, drawing, plate&#10;&#10;Description automatically generated"/>
          <p:cNvPicPr/>
          <p:nvPr/>
        </p:nvPicPr>
        <p:blipFill>
          <a:blip r:embed="rId4"/>
          <a:stretch/>
        </p:blipFill>
        <p:spPr>
          <a:xfrm>
            <a:off x="587520" y="595800"/>
            <a:ext cx="2132640" cy="402120"/>
          </a:xfrm>
          <a:prstGeom prst="rect">
            <a:avLst/>
          </a:prstGeom>
          <a:noFill/>
          <a:ln w="0">
            <a:noFill/>
          </a:ln>
        </p:spPr>
      </p:pic>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ck Notes slide Layout">
    <p:bg>
      <p:bgPr>
        <a:solidFill>
          <a:srgbClr val="000000"/>
        </a:solidFill>
      </p:bgPr>
    </p:bg>
    <p:spTree>
      <p:nvGrpSpPr>
        <p:cNvPr id="1" name=""/>
        <p:cNvGrpSpPr/>
        <p:nvPr/>
      </p:nvGrpSpPr>
      <p:grpSpPr>
        <a:xfrm>
          <a:off x="0" y="0"/>
          <a:ext cx="0" cy="0"/>
          <a:chOff x="0" y="0"/>
          <a:chExt cx="0" cy="0"/>
        </a:xfrm>
      </p:grpSpPr>
      <p:grpSp>
        <p:nvGrpSpPr>
          <p:cNvPr id="1005" name="GRID"/>
          <p:cNvGrpSpPr/>
          <p:nvPr/>
        </p:nvGrpSpPr>
        <p:grpSpPr>
          <a:xfrm>
            <a:off x="0" y="0"/>
            <a:ext cx="12191760" cy="6858000"/>
            <a:chOff x="0" y="0"/>
            <a:chExt cx="12191760" cy="6858000"/>
          </a:xfrm>
        </p:grpSpPr>
        <p:cxnSp>
          <p:nvCxnSpPr>
            <p:cNvPr id="100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00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008" name="Straight Connector 9"/>
            <p:cNvCxnSpPr/>
            <p:nvPr/>
          </p:nvCxnSpPr>
          <p:spPr>
            <a:xfrm>
              <a:off x="0" y="585000"/>
              <a:ext cx="12189240" cy="360"/>
            </a:xfrm>
            <a:prstGeom prst="straightConnector1">
              <a:avLst/>
            </a:prstGeom>
            <a:ln w="3175">
              <a:solidFill>
                <a:srgbClr val="df45d4"/>
              </a:solidFill>
              <a:round/>
            </a:ln>
          </p:spPr>
        </p:cxnSp>
        <p:cxnSp>
          <p:nvCxnSpPr>
            <p:cNvPr id="1009" name="Straight Connector 10"/>
            <p:cNvCxnSpPr/>
            <p:nvPr/>
          </p:nvCxnSpPr>
          <p:spPr>
            <a:xfrm>
              <a:off x="0" y="6272640"/>
              <a:ext cx="12189240" cy="360"/>
            </a:xfrm>
            <a:prstGeom prst="straightConnector1">
              <a:avLst/>
            </a:prstGeom>
            <a:ln w="3175">
              <a:solidFill>
                <a:srgbClr val="df45d4"/>
              </a:solidFill>
              <a:round/>
            </a:ln>
          </p:spPr>
        </p:cxnSp>
        <p:cxnSp>
          <p:nvCxnSpPr>
            <p:cNvPr id="101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01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01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01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01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01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016" name="Straight Connector 17"/>
            <p:cNvCxnSpPr/>
            <p:nvPr/>
          </p:nvCxnSpPr>
          <p:spPr>
            <a:xfrm>
              <a:off x="585000" y="0"/>
              <a:ext cx="360" cy="6858360"/>
            </a:xfrm>
            <a:prstGeom prst="straightConnector1">
              <a:avLst/>
            </a:prstGeom>
            <a:ln w="3175">
              <a:solidFill>
                <a:srgbClr val="df45d4"/>
              </a:solidFill>
              <a:round/>
            </a:ln>
          </p:spPr>
        </p:cxnSp>
        <p:cxnSp>
          <p:nvCxnSpPr>
            <p:cNvPr id="101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01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01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02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021" name="Straight Connector 22"/>
            <p:cNvCxnSpPr/>
            <p:nvPr/>
          </p:nvCxnSpPr>
          <p:spPr>
            <a:xfrm>
              <a:off x="11606760" y="0"/>
              <a:ext cx="360" cy="6858360"/>
            </a:xfrm>
            <a:prstGeom prst="straightConnector1">
              <a:avLst/>
            </a:prstGeom>
            <a:ln w="3175">
              <a:solidFill>
                <a:srgbClr val="df45d4"/>
              </a:solidFill>
              <a:round/>
            </a:ln>
          </p:spPr>
        </p:cxnSp>
        <p:cxnSp>
          <p:nvCxnSpPr>
            <p:cNvPr id="102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02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02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02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02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02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02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02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03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03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03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03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03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03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03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03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03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03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040"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041"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04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043"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a:ea typeface="Segoe UI"/>
              </a:rPr>
              <a:t>Click to edit Master title style</a:t>
            </a:r>
            <a:endParaRPr b="0" lang="en-US" sz="3600" strike="noStrike" u="none">
              <a:solidFill>
                <a:schemeClr val="lt1"/>
              </a:solidFill>
              <a:effectLst/>
              <a:uFillTx/>
              <a:latin typeface="Segoe UI"/>
            </a:endParaRPr>
          </a:p>
        </p:txBody>
      </p:sp>
      <p:sp>
        <p:nvSpPr>
          <p:cNvPr id="1044" name="PlaceHolder 2"/>
          <p:cNvSpPr>
            <a:spLocks noGrp="1"/>
          </p:cNvSpPr>
          <p:nvPr>
            <p:ph type="body"/>
          </p:nvPr>
        </p:nvSpPr>
        <p:spPr>
          <a:xfrm>
            <a:off x="584280" y="1436760"/>
            <a:ext cx="11018520" cy="4272840"/>
          </a:xfrm>
          <a:prstGeom prst="rect">
            <a:avLst/>
          </a:prstGeom>
          <a:noFill/>
          <a:ln w="0">
            <a:noFill/>
          </a:ln>
        </p:spPr>
        <p:txBody>
          <a:bodyPr lIns="0" rIns="0" tIns="0" bIns="0" anchor="t">
            <a:spAutoFit/>
          </a:bodyPr>
          <a:p>
            <a:pPr marL="228600" indent="-228600" defTabSz="932760">
              <a:lnSpc>
                <a:spcPct val="100000"/>
              </a:lnSpc>
              <a:spcBef>
                <a:spcPts val="720"/>
              </a:spcBef>
              <a:buClr>
                <a:srgbClr val="ffffff"/>
              </a:buClr>
              <a:buSzPct val="90000"/>
              <a:buFont typeface="Wingdings" charset="2"/>
              <a:buChar char=""/>
            </a:pPr>
            <a:r>
              <a:rPr b="0" lang="en-US" sz="3600" strike="noStrike" u="none">
                <a:solidFill>
                  <a:srgbClr val="ffffff"/>
                </a:solidFill>
                <a:effectLst/>
                <a:uFillTx/>
                <a:latin typeface="Segoe UI"/>
              </a:rPr>
              <a:t>Click to edit Master text styles</a:t>
            </a:r>
            <a:endParaRPr b="0" lang="en-US" sz="3600" strike="noStrike" u="none">
              <a:solidFill>
                <a:schemeClr val="lt1"/>
              </a:solidFill>
              <a:effectLst/>
              <a:uFillTx/>
              <a:latin typeface="Segoe UI Semilight"/>
            </a:endParaRPr>
          </a:p>
          <a:p>
            <a:pPr lvl="1" marL="457200" indent="-228600" defTabSz="932760">
              <a:lnSpc>
                <a:spcPct val="100000"/>
              </a:lnSpc>
              <a:spcBef>
                <a:spcPts val="561"/>
              </a:spcBef>
              <a:buClr>
                <a:srgbClr val="ffffff"/>
              </a:buClr>
              <a:buSzPct val="90000"/>
              <a:buFont typeface="Wingdings" charset="2"/>
              <a:buChar char=""/>
            </a:pPr>
            <a:r>
              <a:rPr b="0" lang="en-US" sz="2800" strike="noStrike" u="none">
                <a:solidFill>
                  <a:srgbClr val="ffffff"/>
                </a:solidFill>
                <a:effectLst/>
                <a:uFillTx/>
                <a:latin typeface="Segoe UI"/>
              </a:rPr>
              <a:t>Second level</a:t>
            </a:r>
            <a:endParaRPr b="0" lang="en-US" sz="2800" strike="noStrike" u="none">
              <a:solidFill>
                <a:schemeClr val="lt1"/>
              </a:solidFill>
              <a:effectLst/>
              <a:uFillTx/>
              <a:latin typeface="Segoe UI"/>
            </a:endParaRPr>
          </a:p>
          <a:p>
            <a:pPr lvl="2" marL="657360" indent="-200160" defTabSz="932760">
              <a:lnSpc>
                <a:spcPct val="100000"/>
              </a:lnSpc>
              <a:spcBef>
                <a:spcPts val="479"/>
              </a:spcBef>
              <a:buClr>
                <a:srgbClr val="ffffff"/>
              </a:buClr>
              <a:buSzPct val="90000"/>
              <a:buFont typeface="Wingdings" charset="2"/>
              <a:buChar char=""/>
            </a:pPr>
            <a:r>
              <a:rPr b="0" lang="en-US" sz="2400" strike="noStrike" u="none">
                <a:solidFill>
                  <a:srgbClr val="ffffff"/>
                </a:solidFill>
                <a:effectLst/>
                <a:uFillTx/>
                <a:latin typeface="Segoe UI"/>
              </a:rPr>
              <a:t>Third level</a:t>
            </a:r>
            <a:endParaRPr b="0" lang="en-US" sz="2400" strike="noStrike" u="none">
              <a:solidFill>
                <a:schemeClr val="lt1"/>
              </a:solidFill>
              <a:effectLst/>
              <a:uFillTx/>
              <a:latin typeface="Segoe UI"/>
            </a:endParaRPr>
          </a:p>
          <a:p>
            <a:pPr lvl="3" marL="843120" indent="-18108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Fourth level</a:t>
            </a:r>
            <a:endParaRPr b="0" lang="en-US" sz="2000" strike="noStrike" u="none">
              <a:solidFill>
                <a:schemeClr val="lt1"/>
              </a:solidFill>
              <a:effectLst/>
              <a:uFillTx/>
              <a:latin typeface="Segoe UI"/>
            </a:endParaRPr>
          </a:p>
          <a:p>
            <a:pPr lvl="4" marL="1023840" indent="-168120" defTabSz="932760">
              <a:lnSpc>
                <a:spcPct val="100000"/>
              </a:lnSpc>
              <a:spcBef>
                <a:spcPts val="360"/>
              </a:spcBef>
              <a:buClr>
                <a:srgbClr val="ffffff"/>
              </a:buClr>
              <a:buSzPct val="90000"/>
              <a:buFont typeface="Wingdings" charset="2"/>
              <a:buChar char=""/>
            </a:pPr>
            <a:r>
              <a:rPr b="0" lang="en-US" sz="1800" strike="noStrike" u="none">
                <a:solidFill>
                  <a:srgbClr val="ffffff"/>
                </a:solidFill>
                <a:effectLst/>
                <a:uFillTx/>
                <a:latin typeface="Segoe UI"/>
              </a:rPr>
              <a:t>Fifth level</a:t>
            </a:r>
            <a:endParaRPr b="0" lang="en-US" sz="1800" strike="noStrike" u="none">
              <a:solidFill>
                <a:schemeClr val="lt1"/>
              </a:solidFill>
              <a:effectLst/>
              <a:uFillTx/>
              <a:latin typeface="Segoe UI"/>
            </a:endParaRPr>
          </a:p>
        </p:txBody>
      </p:sp>
      <p:sp>
        <p:nvSpPr>
          <p:cNvPr id="1045" name="PlaceHolder 3"/>
          <p:cNvSpPr>
            <a:spLocks noGrp="1"/>
          </p:cNvSpPr>
          <p:nvPr>
            <p:ph type="body"/>
          </p:nvPr>
        </p:nvSpPr>
        <p:spPr>
          <a:xfrm>
            <a:off x="0" y="6269040"/>
            <a:ext cx="12191760" cy="588600"/>
          </a:xfrm>
          <a:prstGeom prst="rect">
            <a:avLst/>
          </a:prstGeom>
          <a:solidFill>
            <a:srgbClr val="ffff99"/>
          </a:solidFill>
          <a:ln w="0">
            <a:noFill/>
          </a:ln>
        </p:spPr>
        <p:txBody>
          <a:bodyPr lIns="155520" rIns="155520" tIns="77760" bIns="45720" anchor="b">
            <a:noAutofit/>
          </a:bodyPr>
          <a:p>
            <a:pPr marL="228600" indent="-228600" algn="r" defTabSz="932760">
              <a:lnSpc>
                <a:spcPct val="100000"/>
              </a:lnSpc>
              <a:spcBef>
                <a:spcPts val="740"/>
              </a:spcBef>
              <a:buNone/>
              <a:tabLst>
                <a:tab algn="l" pos="0"/>
              </a:tabLst>
            </a:pPr>
            <a:r>
              <a:rPr b="0" lang="en-US" sz="3700" spc="-51" strike="noStrike" u="none">
                <a:solidFill>
                  <a:srgbClr val="000000"/>
                </a:solidFill>
                <a:effectLst/>
                <a:uFillTx/>
                <a:latin typeface="Segoe UI"/>
                <a:ea typeface="Segoe UI"/>
              </a:rPr>
              <a:t>Next:</a:t>
            </a:r>
            <a:endParaRPr b="0" lang="en-US" sz="3700" strike="noStrike" u="none">
              <a:solidFill>
                <a:schemeClr val="lt1"/>
              </a:solidFill>
              <a:effectLst/>
              <a:uFillTx/>
              <a:latin typeface="Segoe UI Semilight"/>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lkin 4">
    <p:bg>
      <p:bgPr>
        <a:solidFill>
          <a:srgbClr val="e6e6e6"/>
        </a:solidFill>
      </p:bgPr>
    </p:bg>
    <p:spTree>
      <p:nvGrpSpPr>
        <p:cNvPr id="1" name=""/>
        <p:cNvGrpSpPr/>
        <p:nvPr/>
      </p:nvGrpSpPr>
      <p:grpSpPr>
        <a:xfrm>
          <a:off x="0" y="0"/>
          <a:ext cx="0" cy="0"/>
          <a:chOff x="0" y="0"/>
          <a:chExt cx="0" cy="0"/>
        </a:xfrm>
      </p:grpSpPr>
      <p:grpSp>
        <p:nvGrpSpPr>
          <p:cNvPr id="1046" name="GRID"/>
          <p:cNvGrpSpPr/>
          <p:nvPr/>
        </p:nvGrpSpPr>
        <p:grpSpPr>
          <a:xfrm>
            <a:off x="0" y="0"/>
            <a:ext cx="12191760" cy="6858000"/>
            <a:chOff x="0" y="0"/>
            <a:chExt cx="12191760" cy="6858000"/>
          </a:xfrm>
        </p:grpSpPr>
        <p:cxnSp>
          <p:nvCxnSpPr>
            <p:cNvPr id="104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04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049" name="Straight Connector 9"/>
            <p:cNvCxnSpPr/>
            <p:nvPr/>
          </p:nvCxnSpPr>
          <p:spPr>
            <a:xfrm>
              <a:off x="0" y="585000"/>
              <a:ext cx="12189240" cy="360"/>
            </a:xfrm>
            <a:prstGeom prst="straightConnector1">
              <a:avLst/>
            </a:prstGeom>
            <a:ln w="3175">
              <a:solidFill>
                <a:srgbClr val="df45d4"/>
              </a:solidFill>
              <a:round/>
            </a:ln>
          </p:spPr>
        </p:cxnSp>
        <p:cxnSp>
          <p:nvCxnSpPr>
            <p:cNvPr id="1050" name="Straight Connector 10"/>
            <p:cNvCxnSpPr/>
            <p:nvPr/>
          </p:nvCxnSpPr>
          <p:spPr>
            <a:xfrm>
              <a:off x="0" y="6272640"/>
              <a:ext cx="12189240" cy="360"/>
            </a:xfrm>
            <a:prstGeom prst="straightConnector1">
              <a:avLst/>
            </a:prstGeom>
            <a:ln w="3175">
              <a:solidFill>
                <a:srgbClr val="df45d4"/>
              </a:solidFill>
              <a:round/>
            </a:ln>
          </p:spPr>
        </p:cxnSp>
        <p:cxnSp>
          <p:nvCxnSpPr>
            <p:cNvPr id="105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05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05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05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05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05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057" name="Straight Connector 17"/>
            <p:cNvCxnSpPr/>
            <p:nvPr/>
          </p:nvCxnSpPr>
          <p:spPr>
            <a:xfrm>
              <a:off x="585000" y="0"/>
              <a:ext cx="360" cy="6858360"/>
            </a:xfrm>
            <a:prstGeom prst="straightConnector1">
              <a:avLst/>
            </a:prstGeom>
            <a:ln w="3175">
              <a:solidFill>
                <a:srgbClr val="df45d4"/>
              </a:solidFill>
              <a:round/>
            </a:ln>
          </p:spPr>
        </p:cxnSp>
        <p:cxnSp>
          <p:nvCxnSpPr>
            <p:cNvPr id="105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05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06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06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062" name="Straight Connector 22"/>
            <p:cNvCxnSpPr/>
            <p:nvPr/>
          </p:nvCxnSpPr>
          <p:spPr>
            <a:xfrm>
              <a:off x="11606760" y="0"/>
              <a:ext cx="360" cy="6858360"/>
            </a:xfrm>
            <a:prstGeom prst="straightConnector1">
              <a:avLst/>
            </a:prstGeom>
            <a:ln w="3175">
              <a:solidFill>
                <a:srgbClr val="df45d4"/>
              </a:solidFill>
              <a:round/>
            </a:ln>
          </p:spPr>
        </p:cxnSp>
        <p:cxnSp>
          <p:nvCxnSpPr>
            <p:cNvPr id="106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06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06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06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06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06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06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07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07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07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07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07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07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07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07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07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07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08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081"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082"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08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084"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rgbClr val="1a1a1a"/>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1085"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1086" name="Picture 6" descr="A picture containing meter&#10;&#10;Description automatically generated"/>
          <p:cNvPicPr/>
          <p:nvPr/>
        </p:nvPicPr>
        <p:blipFill>
          <a:blip r:embed="rId3"/>
          <a:srcRect l="25738" t="-1895" r="8816" b="10382"/>
          <a:stretch/>
        </p:blipFill>
        <p:spPr>
          <a:xfrm>
            <a:off x="0" y="604440"/>
            <a:ext cx="12191760" cy="6253200"/>
          </a:xfrm>
          <a:prstGeom prst="rect">
            <a:avLst/>
          </a:prstGeom>
          <a:noFill/>
          <a:ln w="0">
            <a:noFill/>
          </a:ln>
        </p:spPr>
      </p:pic>
      <p:pic>
        <p:nvPicPr>
          <p:cNvPr id="1087" name="Picture 7"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lkin 5">
    <p:bg>
      <p:bgPr>
        <a:solidFill>
          <a:srgbClr val="f2f2f2"/>
        </a:solidFill>
      </p:bgPr>
    </p:bg>
    <p:spTree>
      <p:nvGrpSpPr>
        <p:cNvPr id="1" name=""/>
        <p:cNvGrpSpPr/>
        <p:nvPr/>
      </p:nvGrpSpPr>
      <p:grpSpPr>
        <a:xfrm>
          <a:off x="0" y="0"/>
          <a:ext cx="0" cy="0"/>
          <a:chOff x="0" y="0"/>
          <a:chExt cx="0" cy="0"/>
        </a:xfrm>
      </p:grpSpPr>
      <p:grpSp>
        <p:nvGrpSpPr>
          <p:cNvPr id="1088" name="GRID"/>
          <p:cNvGrpSpPr/>
          <p:nvPr/>
        </p:nvGrpSpPr>
        <p:grpSpPr>
          <a:xfrm>
            <a:off x="0" y="0"/>
            <a:ext cx="12191760" cy="6858000"/>
            <a:chOff x="0" y="0"/>
            <a:chExt cx="12191760" cy="6858000"/>
          </a:xfrm>
        </p:grpSpPr>
        <p:cxnSp>
          <p:nvCxnSpPr>
            <p:cNvPr id="1089"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090"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091" name="Straight Connector 9"/>
            <p:cNvCxnSpPr/>
            <p:nvPr/>
          </p:nvCxnSpPr>
          <p:spPr>
            <a:xfrm>
              <a:off x="0" y="585000"/>
              <a:ext cx="12189240" cy="360"/>
            </a:xfrm>
            <a:prstGeom prst="straightConnector1">
              <a:avLst/>
            </a:prstGeom>
            <a:ln w="3175">
              <a:solidFill>
                <a:srgbClr val="df45d4"/>
              </a:solidFill>
              <a:round/>
            </a:ln>
          </p:spPr>
        </p:cxnSp>
        <p:cxnSp>
          <p:nvCxnSpPr>
            <p:cNvPr id="1092" name="Straight Connector 10"/>
            <p:cNvCxnSpPr/>
            <p:nvPr/>
          </p:nvCxnSpPr>
          <p:spPr>
            <a:xfrm>
              <a:off x="0" y="6272640"/>
              <a:ext cx="12189240" cy="360"/>
            </a:xfrm>
            <a:prstGeom prst="straightConnector1">
              <a:avLst/>
            </a:prstGeom>
            <a:ln w="3175">
              <a:solidFill>
                <a:srgbClr val="df45d4"/>
              </a:solidFill>
              <a:round/>
            </a:ln>
          </p:spPr>
        </p:cxnSp>
        <p:cxnSp>
          <p:nvCxnSpPr>
            <p:cNvPr id="1093"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094"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095"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096"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097"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098"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099" name="Straight Connector 17"/>
            <p:cNvCxnSpPr/>
            <p:nvPr/>
          </p:nvCxnSpPr>
          <p:spPr>
            <a:xfrm>
              <a:off x="585000" y="0"/>
              <a:ext cx="360" cy="6858360"/>
            </a:xfrm>
            <a:prstGeom prst="straightConnector1">
              <a:avLst/>
            </a:prstGeom>
            <a:ln w="3175">
              <a:solidFill>
                <a:srgbClr val="df45d4"/>
              </a:solidFill>
              <a:round/>
            </a:ln>
          </p:spPr>
        </p:cxnSp>
        <p:cxnSp>
          <p:nvCxnSpPr>
            <p:cNvPr id="1100"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101"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102"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103"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104" name="Straight Connector 22"/>
            <p:cNvCxnSpPr/>
            <p:nvPr/>
          </p:nvCxnSpPr>
          <p:spPr>
            <a:xfrm>
              <a:off x="11606760" y="0"/>
              <a:ext cx="360" cy="6858360"/>
            </a:xfrm>
            <a:prstGeom prst="straightConnector1">
              <a:avLst/>
            </a:prstGeom>
            <a:ln w="3175">
              <a:solidFill>
                <a:srgbClr val="df45d4"/>
              </a:solidFill>
              <a:round/>
            </a:ln>
          </p:spPr>
        </p:cxnSp>
        <p:cxnSp>
          <p:nvCxnSpPr>
            <p:cNvPr id="1105"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106"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107"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108"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109"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110"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111"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112"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113"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114"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115"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116"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117"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118"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119"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120"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121"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122"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123"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124"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125"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1126" name="Picture 9" descr="A picture containing meter&#10;&#10;Description automatically generated"/>
          <p:cNvPicPr/>
          <p:nvPr/>
        </p:nvPicPr>
        <p:blipFill>
          <a:blip r:embed="rId3"/>
          <a:srcRect l="25163" t="-6475" r="8597" b="10239"/>
          <a:stretch/>
        </p:blipFill>
        <p:spPr>
          <a:xfrm>
            <a:off x="0" y="361080"/>
            <a:ext cx="12191760" cy="6496560"/>
          </a:xfrm>
          <a:prstGeom prst="rect">
            <a:avLst/>
          </a:prstGeom>
          <a:noFill/>
          <a:ln w="0">
            <a:noFill/>
          </a:ln>
        </p:spPr>
      </p:pic>
      <p:sp>
        <p:nvSpPr>
          <p:cNvPr id="1127"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rgbClr val="1a1a1a"/>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1128"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1129" name="Picture 6" descr="A picture containing food, drawing, plate&#10;&#10;Description automatically generated"/>
          <p:cNvPicPr/>
          <p:nvPr/>
        </p:nvPicPr>
        <p:blipFill>
          <a:blip r:embed="rId4"/>
          <a:stretch/>
        </p:blipFill>
        <p:spPr>
          <a:xfrm>
            <a:off x="587520" y="595800"/>
            <a:ext cx="2132640" cy="402120"/>
          </a:xfrm>
          <a:prstGeom prst="rect">
            <a:avLst/>
          </a:prstGeom>
          <a:noFill/>
          <a:ln w="0">
            <a:noFill/>
          </a:ln>
        </p:spPr>
      </p:pic>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alkin 6">
    <p:bg>
      <p:bgPr>
        <a:solidFill>
          <a:schemeClr val="dk2"/>
        </a:solidFill>
      </p:bgPr>
    </p:bg>
    <p:spTree>
      <p:nvGrpSpPr>
        <p:cNvPr id="1" name=""/>
        <p:cNvGrpSpPr/>
        <p:nvPr/>
      </p:nvGrpSpPr>
      <p:grpSpPr>
        <a:xfrm>
          <a:off x="0" y="0"/>
          <a:ext cx="0" cy="0"/>
          <a:chOff x="0" y="0"/>
          <a:chExt cx="0" cy="0"/>
        </a:xfrm>
      </p:grpSpPr>
      <p:grpSp>
        <p:nvGrpSpPr>
          <p:cNvPr id="1130" name="GRID"/>
          <p:cNvGrpSpPr/>
          <p:nvPr/>
        </p:nvGrpSpPr>
        <p:grpSpPr>
          <a:xfrm>
            <a:off x="0" y="0"/>
            <a:ext cx="12191760" cy="6858000"/>
            <a:chOff x="0" y="0"/>
            <a:chExt cx="12191760" cy="6858000"/>
          </a:xfrm>
        </p:grpSpPr>
        <p:cxnSp>
          <p:nvCxnSpPr>
            <p:cNvPr id="1131"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132"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133" name="Straight Connector 9"/>
            <p:cNvCxnSpPr/>
            <p:nvPr/>
          </p:nvCxnSpPr>
          <p:spPr>
            <a:xfrm>
              <a:off x="0" y="585000"/>
              <a:ext cx="12189240" cy="360"/>
            </a:xfrm>
            <a:prstGeom prst="straightConnector1">
              <a:avLst/>
            </a:prstGeom>
            <a:ln w="3175">
              <a:solidFill>
                <a:srgbClr val="df45d4"/>
              </a:solidFill>
              <a:round/>
            </a:ln>
          </p:spPr>
        </p:cxnSp>
        <p:cxnSp>
          <p:nvCxnSpPr>
            <p:cNvPr id="1134" name="Straight Connector 10"/>
            <p:cNvCxnSpPr/>
            <p:nvPr/>
          </p:nvCxnSpPr>
          <p:spPr>
            <a:xfrm>
              <a:off x="0" y="6272640"/>
              <a:ext cx="12189240" cy="360"/>
            </a:xfrm>
            <a:prstGeom prst="straightConnector1">
              <a:avLst/>
            </a:prstGeom>
            <a:ln w="3175">
              <a:solidFill>
                <a:srgbClr val="df45d4"/>
              </a:solidFill>
              <a:round/>
            </a:ln>
          </p:spPr>
        </p:cxnSp>
        <p:cxnSp>
          <p:nvCxnSpPr>
            <p:cNvPr id="1135"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136"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137"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138"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139"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140"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141" name="Straight Connector 17"/>
            <p:cNvCxnSpPr/>
            <p:nvPr/>
          </p:nvCxnSpPr>
          <p:spPr>
            <a:xfrm>
              <a:off x="585000" y="0"/>
              <a:ext cx="360" cy="6858360"/>
            </a:xfrm>
            <a:prstGeom prst="straightConnector1">
              <a:avLst/>
            </a:prstGeom>
            <a:ln w="3175">
              <a:solidFill>
                <a:srgbClr val="df45d4"/>
              </a:solidFill>
              <a:round/>
            </a:ln>
          </p:spPr>
        </p:cxnSp>
        <p:cxnSp>
          <p:nvCxnSpPr>
            <p:cNvPr id="1142"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143"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144"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145"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146" name="Straight Connector 22"/>
            <p:cNvCxnSpPr/>
            <p:nvPr/>
          </p:nvCxnSpPr>
          <p:spPr>
            <a:xfrm>
              <a:off x="11606760" y="0"/>
              <a:ext cx="360" cy="6858360"/>
            </a:xfrm>
            <a:prstGeom prst="straightConnector1">
              <a:avLst/>
            </a:prstGeom>
            <a:ln w="3175">
              <a:solidFill>
                <a:srgbClr val="df45d4"/>
              </a:solidFill>
              <a:round/>
            </a:ln>
          </p:spPr>
        </p:cxnSp>
        <p:cxnSp>
          <p:nvCxnSpPr>
            <p:cNvPr id="1147"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148"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149"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150"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151"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152"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153"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154"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155"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156"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157"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158"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159"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160"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161"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162"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163"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164"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165"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166"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167"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168" name="PlaceHolder 1"/>
          <p:cNvSpPr>
            <a:spLocks noGrp="1"/>
          </p:cNvSpPr>
          <p:nvPr>
            <p:ph type="title"/>
          </p:nvPr>
        </p:nvSpPr>
        <p:spPr>
          <a:xfrm>
            <a:off x="583560" y="2896920"/>
            <a:ext cx="7337880" cy="54900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rgbClr val="ffffff"/>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1169" name="PlaceHolder 2"/>
          <p:cNvSpPr>
            <a:spLocks noGrp="1"/>
          </p:cNvSpPr>
          <p:nvPr>
            <p:ph type="body"/>
          </p:nvPr>
        </p:nvSpPr>
        <p:spPr>
          <a:xfrm>
            <a:off x="583560" y="3628080"/>
            <a:ext cx="733788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ffffff"/>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1170" name="Picture 7" descr="A close up of a logo&#10;&#10;Description automatically generated"/>
          <p:cNvPicPr/>
          <p:nvPr/>
        </p:nvPicPr>
        <p:blipFill>
          <a:blip r:embed="rId3"/>
          <a:srcRect l="25754" t="-137" r="8703" b="10286"/>
          <a:stretch/>
        </p:blipFill>
        <p:spPr>
          <a:xfrm>
            <a:off x="0" y="727200"/>
            <a:ext cx="12191760" cy="6130440"/>
          </a:xfrm>
          <a:prstGeom prst="rect">
            <a:avLst/>
          </a:prstGeom>
          <a:noFill/>
          <a:ln w="0">
            <a:noFill/>
          </a:ln>
        </p:spPr>
      </p:pic>
      <p:pic>
        <p:nvPicPr>
          <p:cNvPr id="1171" name="Picture 6"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mp; Non-bulleted text">
    <p:bg>
      <p:bgPr>
        <a:solidFill>
          <a:srgbClr val="ffffff"/>
        </a:solidFill>
      </p:bgPr>
    </p:bg>
    <p:spTree>
      <p:nvGrpSpPr>
        <p:cNvPr id="1" name=""/>
        <p:cNvGrpSpPr/>
        <p:nvPr/>
      </p:nvGrpSpPr>
      <p:grpSpPr>
        <a:xfrm>
          <a:off x="0" y="0"/>
          <a:ext cx="0" cy="0"/>
          <a:chOff x="0" y="0"/>
          <a:chExt cx="0" cy="0"/>
        </a:xfrm>
      </p:grpSpPr>
      <p:grpSp>
        <p:nvGrpSpPr>
          <p:cNvPr id="1172" name="GRID"/>
          <p:cNvGrpSpPr/>
          <p:nvPr/>
        </p:nvGrpSpPr>
        <p:grpSpPr>
          <a:xfrm>
            <a:off x="0" y="0"/>
            <a:ext cx="12191760" cy="6858000"/>
            <a:chOff x="0" y="0"/>
            <a:chExt cx="12191760" cy="6858000"/>
          </a:xfrm>
        </p:grpSpPr>
        <p:cxnSp>
          <p:nvCxnSpPr>
            <p:cNvPr id="117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17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175" name="Straight Connector 9"/>
            <p:cNvCxnSpPr/>
            <p:nvPr/>
          </p:nvCxnSpPr>
          <p:spPr>
            <a:xfrm>
              <a:off x="0" y="585000"/>
              <a:ext cx="12189240" cy="360"/>
            </a:xfrm>
            <a:prstGeom prst="straightConnector1">
              <a:avLst/>
            </a:prstGeom>
            <a:ln w="3175">
              <a:solidFill>
                <a:srgbClr val="df45d4"/>
              </a:solidFill>
              <a:round/>
            </a:ln>
          </p:spPr>
        </p:cxnSp>
        <p:cxnSp>
          <p:nvCxnSpPr>
            <p:cNvPr id="1176" name="Straight Connector 10"/>
            <p:cNvCxnSpPr/>
            <p:nvPr/>
          </p:nvCxnSpPr>
          <p:spPr>
            <a:xfrm>
              <a:off x="0" y="6272640"/>
              <a:ext cx="12189240" cy="360"/>
            </a:xfrm>
            <a:prstGeom prst="straightConnector1">
              <a:avLst/>
            </a:prstGeom>
            <a:ln w="3175">
              <a:solidFill>
                <a:srgbClr val="df45d4"/>
              </a:solidFill>
              <a:round/>
            </a:ln>
          </p:spPr>
        </p:cxnSp>
        <p:cxnSp>
          <p:nvCxnSpPr>
            <p:cNvPr id="117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17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17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18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18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18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183" name="Straight Connector 17"/>
            <p:cNvCxnSpPr/>
            <p:nvPr/>
          </p:nvCxnSpPr>
          <p:spPr>
            <a:xfrm>
              <a:off x="585000" y="0"/>
              <a:ext cx="360" cy="6858360"/>
            </a:xfrm>
            <a:prstGeom prst="straightConnector1">
              <a:avLst/>
            </a:prstGeom>
            <a:ln w="3175">
              <a:solidFill>
                <a:srgbClr val="df45d4"/>
              </a:solidFill>
              <a:round/>
            </a:ln>
          </p:spPr>
        </p:cxnSp>
        <p:cxnSp>
          <p:nvCxnSpPr>
            <p:cNvPr id="118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18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18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18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188" name="Straight Connector 22"/>
            <p:cNvCxnSpPr/>
            <p:nvPr/>
          </p:nvCxnSpPr>
          <p:spPr>
            <a:xfrm>
              <a:off x="11606760" y="0"/>
              <a:ext cx="360" cy="6858360"/>
            </a:xfrm>
            <a:prstGeom prst="straightConnector1">
              <a:avLst/>
            </a:prstGeom>
            <a:ln w="3175">
              <a:solidFill>
                <a:srgbClr val="df45d4"/>
              </a:solidFill>
              <a:round/>
            </a:ln>
          </p:spPr>
        </p:cxnSp>
        <p:cxnSp>
          <p:nvCxnSpPr>
            <p:cNvPr id="118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19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19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19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19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19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19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19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19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19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19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20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20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20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20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20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20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20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207"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208"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20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210"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1211" name="PlaceHolder 2"/>
          <p:cNvSpPr>
            <a:spLocks noGrp="1"/>
          </p:cNvSpPr>
          <p:nvPr>
            <p:ph type="body"/>
          </p:nvPr>
        </p:nvSpPr>
        <p:spPr>
          <a:xfrm>
            <a:off x="586440" y="1434240"/>
            <a:ext cx="11018160" cy="3421080"/>
          </a:xfrm>
          <a:prstGeom prst="rect">
            <a:avLst/>
          </a:prstGeom>
          <a:noFill/>
          <a:ln w="0">
            <a:noFill/>
          </a:ln>
        </p:spPr>
        <p:txBody>
          <a:bodyPr lIns="0" rIns="0" tIns="0" bIns="0" anchor="t">
            <a:spAutoFit/>
          </a:bodyPr>
          <a:p>
            <a:pPr indent="0" defTabSz="932760">
              <a:lnSpc>
                <a:spcPct val="100000"/>
              </a:lnSpc>
              <a:spcBef>
                <a:spcPts val="561"/>
              </a:spcBef>
              <a:buNone/>
              <a:tabLst>
                <a:tab algn="l" pos="0"/>
              </a:tabLst>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Semilight"/>
            </a:endParaRPr>
          </a:p>
          <a:p>
            <a:pPr marL="685800" indent="0" defTabSz="932760">
              <a:lnSpc>
                <a:spcPct val="100000"/>
              </a:lnSpc>
              <a:spcBef>
                <a:spcPts val="281"/>
              </a:spcBef>
              <a:buNone/>
              <a:tabLst>
                <a:tab algn="l" pos="0"/>
              </a:tabLst>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Semilight"/>
            </a:endParaRPr>
          </a:p>
          <a:p>
            <a:pPr marL="914400" indent="0" defTabSz="932760">
              <a:lnSpc>
                <a:spcPct val="100000"/>
              </a:lnSpc>
              <a:spcBef>
                <a:spcPts val="281"/>
              </a:spcBef>
              <a:buNone/>
              <a:tabLst>
                <a:tab algn="l" pos="0"/>
              </a:tabLst>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Semilight"/>
            </a:endParaRPr>
          </a:p>
        </p:txBody>
      </p:sp>
      <p:pic>
        <p:nvPicPr>
          <p:cNvPr id="1212" name="Picture 4" descr=""/>
          <p:cNvPicPr/>
          <p:nvPr/>
        </p:nvPicPr>
        <p:blipFill>
          <a:blip r:embed="rId3"/>
          <a:stretch/>
        </p:blipFill>
        <p:spPr>
          <a:xfrm>
            <a:off x="0" y="6017400"/>
            <a:ext cx="12191760" cy="257760"/>
          </a:xfrm>
          <a:prstGeom prst="rect">
            <a:avLst/>
          </a:prstGeom>
          <a:noFill/>
          <a:ln w="0">
            <a:noFill/>
          </a:ln>
        </p:spPr>
      </p:pic>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Title &amp; Non-bulleted text">
    <p:bg>
      <p:bgPr>
        <a:solidFill>
          <a:srgbClr val="ffffff"/>
        </a:solidFill>
      </p:bgPr>
    </p:bg>
    <p:spTree>
      <p:nvGrpSpPr>
        <p:cNvPr id="1" name=""/>
        <p:cNvGrpSpPr/>
        <p:nvPr/>
      </p:nvGrpSpPr>
      <p:grpSpPr>
        <a:xfrm>
          <a:off x="0" y="0"/>
          <a:ext cx="0" cy="0"/>
          <a:chOff x="0" y="0"/>
          <a:chExt cx="0" cy="0"/>
        </a:xfrm>
      </p:grpSpPr>
      <p:grpSp>
        <p:nvGrpSpPr>
          <p:cNvPr id="1213" name="GRID"/>
          <p:cNvGrpSpPr/>
          <p:nvPr/>
        </p:nvGrpSpPr>
        <p:grpSpPr>
          <a:xfrm>
            <a:off x="0" y="0"/>
            <a:ext cx="12191760" cy="6858000"/>
            <a:chOff x="0" y="0"/>
            <a:chExt cx="12191760" cy="6858000"/>
          </a:xfrm>
        </p:grpSpPr>
        <p:cxnSp>
          <p:nvCxnSpPr>
            <p:cNvPr id="121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21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216" name="Straight Connector 9"/>
            <p:cNvCxnSpPr/>
            <p:nvPr/>
          </p:nvCxnSpPr>
          <p:spPr>
            <a:xfrm>
              <a:off x="0" y="585000"/>
              <a:ext cx="12189240" cy="360"/>
            </a:xfrm>
            <a:prstGeom prst="straightConnector1">
              <a:avLst/>
            </a:prstGeom>
            <a:ln w="3175">
              <a:solidFill>
                <a:srgbClr val="df45d4"/>
              </a:solidFill>
              <a:round/>
            </a:ln>
          </p:spPr>
        </p:cxnSp>
        <p:cxnSp>
          <p:nvCxnSpPr>
            <p:cNvPr id="1217" name="Straight Connector 10"/>
            <p:cNvCxnSpPr/>
            <p:nvPr/>
          </p:nvCxnSpPr>
          <p:spPr>
            <a:xfrm>
              <a:off x="0" y="6272640"/>
              <a:ext cx="12189240" cy="360"/>
            </a:xfrm>
            <a:prstGeom prst="straightConnector1">
              <a:avLst/>
            </a:prstGeom>
            <a:ln w="3175">
              <a:solidFill>
                <a:srgbClr val="df45d4"/>
              </a:solidFill>
              <a:round/>
            </a:ln>
          </p:spPr>
        </p:cxnSp>
        <p:cxnSp>
          <p:nvCxnSpPr>
            <p:cNvPr id="121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21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22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22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22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22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224" name="Straight Connector 17"/>
            <p:cNvCxnSpPr/>
            <p:nvPr/>
          </p:nvCxnSpPr>
          <p:spPr>
            <a:xfrm>
              <a:off x="585000" y="0"/>
              <a:ext cx="360" cy="6858360"/>
            </a:xfrm>
            <a:prstGeom prst="straightConnector1">
              <a:avLst/>
            </a:prstGeom>
            <a:ln w="3175">
              <a:solidFill>
                <a:srgbClr val="df45d4"/>
              </a:solidFill>
              <a:round/>
            </a:ln>
          </p:spPr>
        </p:cxnSp>
        <p:cxnSp>
          <p:nvCxnSpPr>
            <p:cNvPr id="122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22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22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22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229" name="Straight Connector 22"/>
            <p:cNvCxnSpPr/>
            <p:nvPr/>
          </p:nvCxnSpPr>
          <p:spPr>
            <a:xfrm>
              <a:off x="11606760" y="0"/>
              <a:ext cx="360" cy="6858360"/>
            </a:xfrm>
            <a:prstGeom prst="straightConnector1">
              <a:avLst/>
            </a:prstGeom>
            <a:ln w="3175">
              <a:solidFill>
                <a:srgbClr val="df45d4"/>
              </a:solidFill>
              <a:round/>
            </a:ln>
          </p:spPr>
        </p:cxnSp>
        <p:cxnSp>
          <p:nvCxnSpPr>
            <p:cNvPr id="123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23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23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23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23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23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23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23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23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23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24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24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24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24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24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24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24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24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248"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249"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25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251"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1252" name="PlaceHolder 2"/>
          <p:cNvSpPr>
            <a:spLocks noGrp="1"/>
          </p:cNvSpPr>
          <p:nvPr>
            <p:ph type="body"/>
          </p:nvPr>
        </p:nvSpPr>
        <p:spPr>
          <a:xfrm>
            <a:off x="586440" y="1434240"/>
            <a:ext cx="11018160" cy="3421080"/>
          </a:xfrm>
          <a:prstGeom prst="rect">
            <a:avLst/>
          </a:prstGeom>
          <a:noFill/>
          <a:ln w="0">
            <a:noFill/>
          </a:ln>
        </p:spPr>
        <p:txBody>
          <a:bodyPr lIns="0" rIns="0" tIns="0" bIns="0" anchor="t">
            <a:spAutoFit/>
          </a:bodyPr>
          <a:p>
            <a:pPr indent="0" defTabSz="932760">
              <a:lnSpc>
                <a:spcPct val="100000"/>
              </a:lnSpc>
              <a:spcBef>
                <a:spcPts val="561"/>
              </a:spcBef>
              <a:buNone/>
              <a:tabLst>
                <a:tab algn="l" pos="0"/>
              </a:tabLst>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Semilight"/>
            </a:endParaRPr>
          </a:p>
          <a:p>
            <a:pPr marL="685800" indent="0" defTabSz="932760">
              <a:lnSpc>
                <a:spcPct val="100000"/>
              </a:lnSpc>
              <a:spcBef>
                <a:spcPts val="281"/>
              </a:spcBef>
              <a:buNone/>
              <a:tabLst>
                <a:tab algn="l" pos="0"/>
              </a:tabLst>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Semilight"/>
            </a:endParaRPr>
          </a:p>
          <a:p>
            <a:pPr marL="914400" indent="0" defTabSz="932760">
              <a:lnSpc>
                <a:spcPct val="100000"/>
              </a:lnSpc>
              <a:spcBef>
                <a:spcPts val="281"/>
              </a:spcBef>
              <a:buNone/>
              <a:tabLst>
                <a:tab algn="l" pos="0"/>
              </a:tabLst>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Semilight"/>
            </a:endParaRPr>
          </a:p>
        </p:txBody>
      </p:sp>
      <p:pic>
        <p:nvPicPr>
          <p:cNvPr id="1253" name="Picture 4" descr=""/>
          <p:cNvPicPr/>
          <p:nvPr/>
        </p:nvPicPr>
        <p:blipFill>
          <a:blip r:embed="rId3"/>
          <a:srcRect l="65068" t="0" r="3127" b="-2652"/>
          <a:stretch/>
        </p:blipFill>
        <p:spPr>
          <a:xfrm rot="19138800">
            <a:off x="8891640" y="5698440"/>
            <a:ext cx="3877200" cy="264600"/>
          </a:xfrm>
          <a:prstGeom prst="rect">
            <a:avLst/>
          </a:prstGeom>
          <a:noFill/>
          <a:ln w="0">
            <a:noFill/>
          </a:ln>
        </p:spPr>
      </p:pic>
      <p:sp>
        <p:nvSpPr>
          <p:cNvPr id="1254" name="Rectangle 5"/>
          <p:cNvSpPr/>
          <p:nvPr/>
        </p:nvSpPr>
        <p:spPr>
          <a:xfrm>
            <a:off x="12192120" y="4307400"/>
            <a:ext cx="109080" cy="594360"/>
          </a:xfrm>
          <a:prstGeom prst="rect">
            <a:avLst/>
          </a:prstGeom>
          <a:solidFill>
            <a:srgbClr val="e6e6e6"/>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defTabSz="932400">
              <a:lnSpc>
                <a:spcPct val="100000"/>
              </a:lnSpc>
            </a:pPr>
            <a:endParaRPr b="0" lang="en-US" sz="2000" strike="noStrike" u="none">
              <a:solidFill>
                <a:srgbClr val="ffffff"/>
              </a:solidFill>
              <a:effectLst/>
              <a:uFillTx/>
              <a:latin typeface="Segoe UI"/>
              <a:ea typeface="Segoe UI"/>
            </a:endParaRPr>
          </a:p>
        </p:txBody>
      </p:sp>
      <p:sp>
        <p:nvSpPr>
          <p:cNvPr id="1255" name="Rectangle 7"/>
          <p:cNvSpPr/>
          <p:nvPr/>
        </p:nvSpPr>
        <p:spPr>
          <a:xfrm>
            <a:off x="9116640" y="6858000"/>
            <a:ext cx="1022760" cy="345240"/>
          </a:xfrm>
          <a:prstGeom prst="rect">
            <a:avLst/>
          </a:prstGeom>
          <a:solidFill>
            <a:srgbClr val="e6e6e6"/>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defTabSz="932400">
              <a:lnSpc>
                <a:spcPct val="100000"/>
              </a:lnSpc>
            </a:pPr>
            <a:endParaRPr b="0" lang="en-US" sz="2000" strike="noStrike" u="none">
              <a:solidFill>
                <a:srgbClr val="ffffff"/>
              </a:solidFill>
              <a:effectLst/>
              <a:uFillTx/>
              <a:latin typeface="Segoe UI"/>
              <a:ea typeface="Segoe UI"/>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_Title &amp; Non-bulleted text">
    <p:bg>
      <p:bgPr>
        <a:solidFill>
          <a:srgbClr val="ffffff"/>
        </a:solidFill>
      </p:bgPr>
    </p:bg>
    <p:spTree>
      <p:nvGrpSpPr>
        <p:cNvPr id="1" name=""/>
        <p:cNvGrpSpPr/>
        <p:nvPr/>
      </p:nvGrpSpPr>
      <p:grpSpPr>
        <a:xfrm>
          <a:off x="0" y="0"/>
          <a:ext cx="0" cy="0"/>
          <a:chOff x="0" y="0"/>
          <a:chExt cx="0" cy="0"/>
        </a:xfrm>
      </p:grpSpPr>
      <p:grpSp>
        <p:nvGrpSpPr>
          <p:cNvPr id="1256" name="GRID"/>
          <p:cNvGrpSpPr/>
          <p:nvPr/>
        </p:nvGrpSpPr>
        <p:grpSpPr>
          <a:xfrm>
            <a:off x="0" y="0"/>
            <a:ext cx="12191760" cy="6858000"/>
            <a:chOff x="0" y="0"/>
            <a:chExt cx="12191760" cy="6858000"/>
          </a:xfrm>
        </p:grpSpPr>
        <p:cxnSp>
          <p:nvCxnSpPr>
            <p:cNvPr id="125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25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259" name="Straight Connector 9"/>
            <p:cNvCxnSpPr/>
            <p:nvPr/>
          </p:nvCxnSpPr>
          <p:spPr>
            <a:xfrm>
              <a:off x="0" y="585000"/>
              <a:ext cx="12189240" cy="360"/>
            </a:xfrm>
            <a:prstGeom prst="straightConnector1">
              <a:avLst/>
            </a:prstGeom>
            <a:ln w="3175">
              <a:solidFill>
                <a:srgbClr val="df45d4"/>
              </a:solidFill>
              <a:round/>
            </a:ln>
          </p:spPr>
        </p:cxnSp>
        <p:cxnSp>
          <p:nvCxnSpPr>
            <p:cNvPr id="1260" name="Straight Connector 10"/>
            <p:cNvCxnSpPr/>
            <p:nvPr/>
          </p:nvCxnSpPr>
          <p:spPr>
            <a:xfrm>
              <a:off x="0" y="6272640"/>
              <a:ext cx="12189240" cy="360"/>
            </a:xfrm>
            <a:prstGeom prst="straightConnector1">
              <a:avLst/>
            </a:prstGeom>
            <a:ln w="3175">
              <a:solidFill>
                <a:srgbClr val="df45d4"/>
              </a:solidFill>
              <a:round/>
            </a:ln>
          </p:spPr>
        </p:cxnSp>
        <p:cxnSp>
          <p:nvCxnSpPr>
            <p:cNvPr id="126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26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26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26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26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26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267" name="Straight Connector 17"/>
            <p:cNvCxnSpPr/>
            <p:nvPr/>
          </p:nvCxnSpPr>
          <p:spPr>
            <a:xfrm>
              <a:off x="585000" y="0"/>
              <a:ext cx="360" cy="6858360"/>
            </a:xfrm>
            <a:prstGeom prst="straightConnector1">
              <a:avLst/>
            </a:prstGeom>
            <a:ln w="3175">
              <a:solidFill>
                <a:srgbClr val="df45d4"/>
              </a:solidFill>
              <a:round/>
            </a:ln>
          </p:spPr>
        </p:cxnSp>
        <p:cxnSp>
          <p:nvCxnSpPr>
            <p:cNvPr id="126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26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27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27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272" name="Straight Connector 22"/>
            <p:cNvCxnSpPr/>
            <p:nvPr/>
          </p:nvCxnSpPr>
          <p:spPr>
            <a:xfrm>
              <a:off x="11606760" y="0"/>
              <a:ext cx="360" cy="6858360"/>
            </a:xfrm>
            <a:prstGeom prst="straightConnector1">
              <a:avLst/>
            </a:prstGeom>
            <a:ln w="3175">
              <a:solidFill>
                <a:srgbClr val="df45d4"/>
              </a:solidFill>
              <a:round/>
            </a:ln>
          </p:spPr>
        </p:cxnSp>
        <p:cxnSp>
          <p:nvCxnSpPr>
            <p:cNvPr id="127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27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27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27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27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27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27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28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28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28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28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28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28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28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28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28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28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29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291"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292"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29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294"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Click to edit Master title style</a:t>
            </a:r>
            <a:endParaRPr b="0" lang="en-US" sz="3600" strike="noStrike" u="none">
              <a:solidFill>
                <a:schemeClr val="dk1"/>
              </a:solidFill>
              <a:effectLst/>
              <a:uFillTx/>
              <a:latin typeface="Segoe UI"/>
            </a:endParaRPr>
          </a:p>
        </p:txBody>
      </p:sp>
      <p:sp>
        <p:nvSpPr>
          <p:cNvPr id="1295" name="PlaceHolder 2"/>
          <p:cNvSpPr>
            <a:spLocks noGrp="1"/>
          </p:cNvSpPr>
          <p:nvPr>
            <p:ph type="body"/>
          </p:nvPr>
        </p:nvSpPr>
        <p:spPr>
          <a:xfrm>
            <a:off x="586440" y="1434240"/>
            <a:ext cx="11018160" cy="3421080"/>
          </a:xfrm>
          <a:prstGeom prst="rect">
            <a:avLst/>
          </a:prstGeom>
          <a:noFill/>
          <a:ln w="0">
            <a:noFill/>
          </a:ln>
        </p:spPr>
        <p:txBody>
          <a:bodyPr lIns="0" rIns="0" tIns="0" bIns="0" anchor="t">
            <a:spAutoFit/>
          </a:bodyPr>
          <a:p>
            <a:pPr indent="0" defTabSz="932760">
              <a:lnSpc>
                <a:spcPct val="100000"/>
              </a:lnSpc>
              <a:spcBef>
                <a:spcPts val="561"/>
              </a:spcBef>
              <a:buNone/>
              <a:tabLst>
                <a:tab algn="l" pos="0"/>
              </a:tabLst>
            </a:pPr>
            <a:r>
              <a:rPr b="0" lang="en-US" sz="2800" strike="noStrike" u="none">
                <a:solidFill>
                  <a:srgbClr val="000000"/>
                </a:solidFill>
                <a:effectLst/>
                <a:uFillTx/>
                <a:latin typeface="Segoe UI Semilight"/>
              </a:rPr>
              <a:t>Click to edit Master text styles</a:t>
            </a:r>
            <a:endParaRPr b="0" lang="en-US" sz="2800" strike="noStrike" u="none">
              <a:solidFill>
                <a:schemeClr val="dk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000000"/>
                </a:solidFill>
                <a:effectLst/>
                <a:uFillTx/>
                <a:latin typeface="Segoe UI"/>
              </a:rPr>
              <a:t>Second level</a:t>
            </a:r>
            <a:endParaRPr b="0" lang="en-US" sz="2000" strike="noStrike" u="none">
              <a:solidFill>
                <a:schemeClr val="dk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000000"/>
                </a:solidFill>
                <a:effectLst/>
                <a:uFillTx/>
                <a:latin typeface="Segoe UI"/>
              </a:rPr>
              <a:t>Third level</a:t>
            </a:r>
            <a:endParaRPr b="0" lang="en-US" sz="1600" strike="noStrike" u="none">
              <a:solidFill>
                <a:schemeClr val="dk1"/>
              </a:solidFill>
              <a:effectLst/>
              <a:uFillTx/>
              <a:latin typeface="Segoe UI Semilight"/>
            </a:endParaRPr>
          </a:p>
          <a:p>
            <a:pPr marL="685800" indent="0" defTabSz="932760">
              <a:lnSpc>
                <a:spcPct val="100000"/>
              </a:lnSpc>
              <a:spcBef>
                <a:spcPts val="281"/>
              </a:spcBef>
              <a:buNone/>
              <a:tabLst>
                <a:tab algn="l" pos="0"/>
              </a:tabLst>
            </a:pPr>
            <a:r>
              <a:rPr b="0" lang="en-US" sz="1400" strike="noStrike" u="none">
                <a:solidFill>
                  <a:srgbClr val="000000"/>
                </a:solidFill>
                <a:effectLst/>
                <a:uFillTx/>
                <a:latin typeface="Segoe UI"/>
              </a:rPr>
              <a:t>Fourth level</a:t>
            </a:r>
            <a:endParaRPr b="0" lang="en-US" sz="1400" strike="noStrike" u="none">
              <a:solidFill>
                <a:schemeClr val="dk1"/>
              </a:solidFill>
              <a:effectLst/>
              <a:uFillTx/>
              <a:latin typeface="Segoe UI Semilight"/>
            </a:endParaRPr>
          </a:p>
          <a:p>
            <a:pPr marL="914400" indent="0" defTabSz="932760">
              <a:lnSpc>
                <a:spcPct val="100000"/>
              </a:lnSpc>
              <a:spcBef>
                <a:spcPts val="281"/>
              </a:spcBef>
              <a:buNone/>
              <a:tabLst>
                <a:tab algn="l" pos="0"/>
              </a:tabLst>
            </a:pPr>
            <a:r>
              <a:rPr b="0" lang="en-US" sz="1400" strike="noStrike" u="none">
                <a:solidFill>
                  <a:srgbClr val="000000"/>
                </a:solidFill>
                <a:effectLst/>
                <a:uFillTx/>
                <a:latin typeface="Segoe UI"/>
              </a:rPr>
              <a:t>Fifth level</a:t>
            </a:r>
            <a:endParaRPr b="0" lang="en-US" sz="1400" strike="noStrike" u="none">
              <a:solidFill>
                <a:schemeClr val="dk1"/>
              </a:solidFill>
              <a:effectLst/>
              <a:uFillTx/>
              <a:latin typeface="Segoe UI Semilight"/>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000000"/>
        </a:solidFill>
      </p:bgPr>
    </p:bg>
    <p:spTree>
      <p:nvGrpSpPr>
        <p:cNvPr id="1" name=""/>
        <p:cNvGrpSpPr/>
        <p:nvPr/>
      </p:nvGrpSpPr>
      <p:grpSpPr>
        <a:xfrm>
          <a:off x="0" y="0"/>
          <a:ext cx="0" cy="0"/>
          <a:chOff x="0" y="0"/>
          <a:chExt cx="0" cy="0"/>
        </a:xfrm>
      </p:grpSpPr>
      <p:grpSp>
        <p:nvGrpSpPr>
          <p:cNvPr id="1296" name="GRID"/>
          <p:cNvGrpSpPr/>
          <p:nvPr/>
        </p:nvGrpSpPr>
        <p:grpSpPr>
          <a:xfrm>
            <a:off x="0" y="0"/>
            <a:ext cx="12191760" cy="6858000"/>
            <a:chOff x="0" y="0"/>
            <a:chExt cx="12191760" cy="6858000"/>
          </a:xfrm>
        </p:grpSpPr>
        <p:cxnSp>
          <p:nvCxnSpPr>
            <p:cNvPr id="129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29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299" name="Straight Connector 9"/>
            <p:cNvCxnSpPr/>
            <p:nvPr/>
          </p:nvCxnSpPr>
          <p:spPr>
            <a:xfrm>
              <a:off x="0" y="585000"/>
              <a:ext cx="12189240" cy="360"/>
            </a:xfrm>
            <a:prstGeom prst="straightConnector1">
              <a:avLst/>
            </a:prstGeom>
            <a:ln w="3175">
              <a:solidFill>
                <a:srgbClr val="df45d4"/>
              </a:solidFill>
              <a:round/>
            </a:ln>
          </p:spPr>
        </p:cxnSp>
        <p:cxnSp>
          <p:nvCxnSpPr>
            <p:cNvPr id="1300" name="Straight Connector 10"/>
            <p:cNvCxnSpPr/>
            <p:nvPr/>
          </p:nvCxnSpPr>
          <p:spPr>
            <a:xfrm>
              <a:off x="0" y="6272640"/>
              <a:ext cx="12189240" cy="360"/>
            </a:xfrm>
            <a:prstGeom prst="straightConnector1">
              <a:avLst/>
            </a:prstGeom>
            <a:ln w="3175">
              <a:solidFill>
                <a:srgbClr val="df45d4"/>
              </a:solidFill>
              <a:round/>
            </a:ln>
          </p:spPr>
        </p:cxnSp>
        <p:cxnSp>
          <p:nvCxnSpPr>
            <p:cNvPr id="130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30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30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30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30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30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307" name="Straight Connector 17"/>
            <p:cNvCxnSpPr/>
            <p:nvPr/>
          </p:nvCxnSpPr>
          <p:spPr>
            <a:xfrm>
              <a:off x="585000" y="0"/>
              <a:ext cx="360" cy="6858360"/>
            </a:xfrm>
            <a:prstGeom prst="straightConnector1">
              <a:avLst/>
            </a:prstGeom>
            <a:ln w="3175">
              <a:solidFill>
                <a:srgbClr val="df45d4"/>
              </a:solidFill>
              <a:round/>
            </a:ln>
          </p:spPr>
        </p:cxnSp>
        <p:cxnSp>
          <p:nvCxnSpPr>
            <p:cNvPr id="130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30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31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31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312" name="Straight Connector 22"/>
            <p:cNvCxnSpPr/>
            <p:nvPr/>
          </p:nvCxnSpPr>
          <p:spPr>
            <a:xfrm>
              <a:off x="11606760" y="0"/>
              <a:ext cx="360" cy="6858360"/>
            </a:xfrm>
            <a:prstGeom prst="straightConnector1">
              <a:avLst/>
            </a:prstGeom>
            <a:ln w="3175">
              <a:solidFill>
                <a:srgbClr val="df45d4"/>
              </a:solidFill>
              <a:round/>
            </a:ln>
          </p:spPr>
        </p:cxnSp>
        <p:cxnSp>
          <p:nvCxnSpPr>
            <p:cNvPr id="131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31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31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31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31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31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31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32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32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32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32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32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32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32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32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32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32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33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331"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332"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33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1334" name="Picture 4" descr="A close up of a logo&#10;&#10;Description automatically generated"/>
          <p:cNvPicPr/>
          <p:nvPr/>
        </p:nvPicPr>
        <p:blipFill>
          <a:blip r:embed="rId3"/>
          <a:srcRect l="52142" t="22177" r="2188" b="7791"/>
          <a:stretch/>
        </p:blipFill>
        <p:spPr>
          <a:xfrm>
            <a:off x="0" y="0"/>
            <a:ext cx="12191760" cy="6857640"/>
          </a:xfrm>
          <a:prstGeom prst="rect">
            <a:avLst/>
          </a:prstGeom>
          <a:noFill/>
          <a:ln w="0">
            <a:noFill/>
          </a:ln>
        </p:spPr>
      </p:pic>
      <p:sp>
        <p:nvSpPr>
          <p:cNvPr id="133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770" strike="noStrike" u="none">
                <a:solidFill>
                  <a:schemeClr val="lt1"/>
                </a:solidFill>
                <a:effectLst/>
                <a:uFillTx/>
                <a:latin typeface="Segoe UI"/>
              </a:rPr>
              <a:t>Click to edit the title text format</a:t>
            </a:r>
            <a:endParaRPr b="0" lang="en-US" sz="1770" strike="noStrike" u="none">
              <a:solidFill>
                <a:schemeClr val="lt1"/>
              </a:solidFill>
              <a:effectLst/>
              <a:uFillTx/>
              <a:latin typeface="Segoe UI"/>
            </a:endParaRPr>
          </a:p>
        </p:txBody>
      </p:sp>
      <p:sp>
        <p:nvSpPr>
          <p:cNvPr id="133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2800" strike="noStrike" u="none">
                <a:solidFill>
                  <a:schemeClr val="lt1"/>
                </a:solidFill>
                <a:effectLst/>
                <a:uFillTx/>
                <a:latin typeface="Segoe UI Semilight"/>
              </a:rPr>
              <a:t>Click to edit the outline text format</a:t>
            </a:r>
            <a:endParaRPr b="0" lang="en-US" sz="2800" strike="noStrike" u="none">
              <a:solidFill>
                <a:schemeClr val="lt1"/>
              </a:solidFill>
              <a:effectLst/>
              <a:uFillTx/>
              <a:latin typeface="Segoe UI Semilight"/>
            </a:endParaRPr>
          </a:p>
          <a:p>
            <a:pPr lvl="1" marL="864000" indent="-324000">
              <a:spcBef>
                <a:spcPts val="1134"/>
              </a:spcBef>
              <a:buClr>
                <a:srgbClr val="ffffff"/>
              </a:buClr>
              <a:buSzPct val="75000"/>
              <a:buFont typeface="Symbol" charset="2"/>
              <a:buChar char=""/>
            </a:pPr>
            <a:r>
              <a:rPr b="0" lang="en-US" sz="1600" strike="noStrike" u="none">
                <a:solidFill>
                  <a:schemeClr val="lt1"/>
                </a:solidFill>
                <a:effectLst/>
                <a:uFillTx/>
                <a:latin typeface="Segoe UI"/>
              </a:rPr>
              <a:t>Second Outline Level</a:t>
            </a:r>
            <a:endParaRPr b="0" lang="en-US" sz="1600" strike="noStrike" u="none">
              <a:solidFill>
                <a:schemeClr val="lt1"/>
              </a:solidFill>
              <a:effectLst/>
              <a:uFillTx/>
              <a:latin typeface="Segoe UI"/>
            </a:endParaRPr>
          </a:p>
          <a:p>
            <a:pPr lvl="2" marL="1296000" indent="-288000">
              <a:spcBef>
                <a:spcPts val="850"/>
              </a:spcBef>
              <a:buClr>
                <a:srgbClr val="ffffff"/>
              </a:buClr>
              <a:buSzPct val="45000"/>
              <a:buFont typeface="Wingdings" charset="2"/>
              <a:buChar char=""/>
            </a:pPr>
            <a:r>
              <a:rPr b="0" lang="en-US" sz="1400" strike="noStrike" u="none">
                <a:solidFill>
                  <a:schemeClr val="lt1"/>
                </a:solidFill>
                <a:effectLst/>
                <a:uFillTx/>
                <a:latin typeface="Segoe UI"/>
              </a:rPr>
              <a:t>Third Outline Level</a:t>
            </a:r>
            <a:endParaRPr b="0" lang="en-US" sz="1400" strike="noStrike" u="none">
              <a:solidFill>
                <a:schemeClr val="lt1"/>
              </a:solidFill>
              <a:effectLst/>
              <a:uFillTx/>
              <a:latin typeface="Segoe UI"/>
            </a:endParaRPr>
          </a:p>
          <a:p>
            <a:pPr lvl="3" marL="1728000" indent="-216000">
              <a:spcBef>
                <a:spcPts val="567"/>
              </a:spcBef>
              <a:buClr>
                <a:srgbClr val="ffffff"/>
              </a:buClr>
              <a:buSzPct val="75000"/>
              <a:buFont typeface="Symbol" charset="2"/>
              <a:buChar char=""/>
            </a:pPr>
            <a:r>
              <a:rPr b="0" lang="en-US" sz="1400" strike="noStrike" u="none">
                <a:solidFill>
                  <a:schemeClr val="lt1"/>
                </a:solidFill>
                <a:effectLst/>
                <a:uFillTx/>
                <a:latin typeface="Segoe UI"/>
              </a:rPr>
              <a:t>Fourth Outline Level</a:t>
            </a:r>
            <a:endParaRPr b="0" lang="en-US" sz="1400" strike="noStrike" u="none">
              <a:solidFill>
                <a:schemeClr val="lt1"/>
              </a:solidFill>
              <a:effectLst/>
              <a:uFillTx/>
              <a:latin typeface="Segoe UI"/>
            </a:endParaRPr>
          </a:p>
          <a:p>
            <a:pPr lvl="4" marL="2160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Fifth Outline Level</a:t>
            </a:r>
            <a:endParaRPr b="0" lang="en-US" sz="2000" strike="noStrike" u="none">
              <a:solidFill>
                <a:schemeClr val="lt1"/>
              </a:solidFill>
              <a:effectLst/>
              <a:uFillTx/>
              <a:latin typeface="Segoe UI"/>
            </a:endParaRPr>
          </a:p>
          <a:p>
            <a:pPr lvl="5" marL="2592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Sixth Outline Level</a:t>
            </a:r>
            <a:endParaRPr b="0" lang="en-US" sz="2000" strike="noStrike" u="none">
              <a:solidFill>
                <a:schemeClr val="lt1"/>
              </a:solidFill>
              <a:effectLst/>
              <a:uFillTx/>
              <a:latin typeface="Segoe UI"/>
            </a:endParaRPr>
          </a:p>
          <a:p>
            <a:pPr lvl="6" marL="3024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Seventh Outline Level</a:t>
            </a:r>
            <a:endParaRPr b="0" lang="en-US" sz="2000" strike="noStrike" u="none">
              <a:solidFill>
                <a:schemeClr val="lt1"/>
              </a:solidFill>
              <a:effectLst/>
              <a:uFillTx/>
              <a:latin typeface="Segoe UI"/>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Title and Content">
    <p:bg>
      <p:bgPr>
        <a:solidFill>
          <a:srgbClr val="000000"/>
        </a:solidFill>
      </p:bgPr>
    </p:bg>
    <p:spTree>
      <p:nvGrpSpPr>
        <p:cNvPr id="1" name=""/>
        <p:cNvGrpSpPr/>
        <p:nvPr/>
      </p:nvGrpSpPr>
      <p:grpSpPr>
        <a:xfrm>
          <a:off x="0" y="0"/>
          <a:ext cx="0" cy="0"/>
          <a:chOff x="0" y="0"/>
          <a:chExt cx="0" cy="0"/>
        </a:xfrm>
      </p:grpSpPr>
      <p:grpSp>
        <p:nvGrpSpPr>
          <p:cNvPr id="1337" name="GRID"/>
          <p:cNvGrpSpPr/>
          <p:nvPr/>
        </p:nvGrpSpPr>
        <p:grpSpPr>
          <a:xfrm>
            <a:off x="0" y="0"/>
            <a:ext cx="12191760" cy="6858000"/>
            <a:chOff x="0" y="0"/>
            <a:chExt cx="12191760" cy="6858000"/>
          </a:xfrm>
        </p:grpSpPr>
        <p:cxnSp>
          <p:nvCxnSpPr>
            <p:cNvPr id="1338"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339"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340" name="Straight Connector 9"/>
            <p:cNvCxnSpPr/>
            <p:nvPr/>
          </p:nvCxnSpPr>
          <p:spPr>
            <a:xfrm>
              <a:off x="0" y="585000"/>
              <a:ext cx="12189240" cy="360"/>
            </a:xfrm>
            <a:prstGeom prst="straightConnector1">
              <a:avLst/>
            </a:prstGeom>
            <a:ln w="3175">
              <a:solidFill>
                <a:srgbClr val="df45d4"/>
              </a:solidFill>
              <a:round/>
            </a:ln>
          </p:spPr>
        </p:cxnSp>
        <p:cxnSp>
          <p:nvCxnSpPr>
            <p:cNvPr id="1341" name="Straight Connector 10"/>
            <p:cNvCxnSpPr/>
            <p:nvPr/>
          </p:nvCxnSpPr>
          <p:spPr>
            <a:xfrm>
              <a:off x="0" y="6272640"/>
              <a:ext cx="12189240" cy="360"/>
            </a:xfrm>
            <a:prstGeom prst="straightConnector1">
              <a:avLst/>
            </a:prstGeom>
            <a:ln w="3175">
              <a:solidFill>
                <a:srgbClr val="df45d4"/>
              </a:solidFill>
              <a:round/>
            </a:ln>
          </p:spPr>
        </p:cxnSp>
        <p:cxnSp>
          <p:nvCxnSpPr>
            <p:cNvPr id="1342"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343"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344"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345"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346"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347"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348" name="Straight Connector 17"/>
            <p:cNvCxnSpPr/>
            <p:nvPr/>
          </p:nvCxnSpPr>
          <p:spPr>
            <a:xfrm>
              <a:off x="585000" y="0"/>
              <a:ext cx="360" cy="6858360"/>
            </a:xfrm>
            <a:prstGeom prst="straightConnector1">
              <a:avLst/>
            </a:prstGeom>
            <a:ln w="3175">
              <a:solidFill>
                <a:srgbClr val="df45d4"/>
              </a:solidFill>
              <a:round/>
            </a:ln>
          </p:spPr>
        </p:cxnSp>
        <p:cxnSp>
          <p:nvCxnSpPr>
            <p:cNvPr id="1349"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350"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351"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352"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353" name="Straight Connector 22"/>
            <p:cNvCxnSpPr/>
            <p:nvPr/>
          </p:nvCxnSpPr>
          <p:spPr>
            <a:xfrm>
              <a:off x="11606760" y="0"/>
              <a:ext cx="360" cy="6858360"/>
            </a:xfrm>
            <a:prstGeom prst="straightConnector1">
              <a:avLst/>
            </a:prstGeom>
            <a:ln w="3175">
              <a:solidFill>
                <a:srgbClr val="df45d4"/>
              </a:solidFill>
              <a:round/>
            </a:ln>
          </p:spPr>
        </p:cxnSp>
        <p:cxnSp>
          <p:nvCxnSpPr>
            <p:cNvPr id="1354"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355"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356"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357"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358"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359"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360"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361"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362"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363"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364"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365"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366"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367"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368"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369"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370"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371"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372"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373"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374"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375"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1376" name="PlaceHolder 2"/>
          <p:cNvSpPr>
            <a:spLocks noGrp="1"/>
          </p:cNvSpPr>
          <p:nvPr>
            <p:ph type="body"/>
          </p:nvPr>
        </p:nvSpPr>
        <p:spPr>
          <a:xfrm>
            <a:off x="584280" y="1435320"/>
            <a:ext cx="11018160" cy="2307960"/>
          </a:xfrm>
          <a:prstGeom prst="rect">
            <a:avLst/>
          </a:prstGeom>
          <a:noFill/>
          <a:ln w="0">
            <a:noFill/>
          </a:ln>
        </p:spPr>
        <p:txBody>
          <a:bodyPr lIns="0" rIns="0" tIns="0" bIns="0" anchor="t">
            <a:noAutofit/>
          </a:bodyPr>
          <a:p>
            <a:pPr marL="228600" indent="-228600" defTabSz="932760">
              <a:lnSpc>
                <a:spcPct val="100000"/>
              </a:lnSpc>
              <a:spcBef>
                <a:spcPts val="561"/>
              </a:spcBef>
              <a:buClr>
                <a:srgbClr val="ffffff"/>
              </a:buClr>
              <a:buSzPct val="90000"/>
              <a:buFont typeface="Wingdings" charset="2"/>
              <a:buChar char=""/>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lvl="1" marL="457200" indent="-22860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a:endParaRPr>
          </a:p>
          <a:p>
            <a:pPr lvl="2" marL="657360" indent="-200160" defTabSz="932760">
              <a:lnSpc>
                <a:spcPct val="100000"/>
              </a:lnSpc>
              <a:spcBef>
                <a:spcPts val="320"/>
              </a:spcBef>
              <a:buClr>
                <a:srgbClr val="ffffff"/>
              </a:buClr>
              <a:buSzPct val="90000"/>
              <a:buFont typeface="Wingdings" charset="2"/>
              <a:buChar char=""/>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a:endParaRPr>
          </a:p>
          <a:p>
            <a:pPr lvl="3" marL="843120" indent="-18108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a:endParaRPr>
          </a:p>
          <a:p>
            <a:pPr lvl="4" marL="1023840" indent="-16812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a:endParaRPr>
          </a:p>
        </p:txBody>
      </p:sp>
      <p:pic>
        <p:nvPicPr>
          <p:cNvPr id="1377" name="Picture 3" descr=""/>
          <p:cNvPicPr/>
          <p:nvPr/>
        </p:nvPicPr>
        <p:blipFill>
          <a:blip r:embed="rId3"/>
          <a:srcRect l="65068" t="0" r="3127" b="-2652"/>
          <a:stretch/>
        </p:blipFill>
        <p:spPr>
          <a:xfrm rot="19138800">
            <a:off x="8891640" y="5698440"/>
            <a:ext cx="3877200" cy="264600"/>
          </a:xfrm>
          <a:prstGeom prst="rect">
            <a:avLst/>
          </a:prstGeom>
          <a:noFill/>
          <a:ln w="0">
            <a:noFill/>
          </a:ln>
        </p:spPr>
      </p:pic>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rgbClr val="000000"/>
        </a:solidFill>
      </p:bgPr>
    </p:bg>
    <p:spTree>
      <p:nvGrpSpPr>
        <p:cNvPr id="1" name=""/>
        <p:cNvGrpSpPr/>
        <p:nvPr/>
      </p:nvGrpSpPr>
      <p:grpSpPr>
        <a:xfrm>
          <a:off x="0" y="0"/>
          <a:ext cx="0" cy="0"/>
          <a:chOff x="0" y="0"/>
          <a:chExt cx="0" cy="0"/>
        </a:xfrm>
      </p:grpSpPr>
      <p:grpSp>
        <p:nvGrpSpPr>
          <p:cNvPr id="1378" name="GRID"/>
          <p:cNvGrpSpPr/>
          <p:nvPr/>
        </p:nvGrpSpPr>
        <p:grpSpPr>
          <a:xfrm>
            <a:off x="0" y="0"/>
            <a:ext cx="12191760" cy="6858000"/>
            <a:chOff x="0" y="0"/>
            <a:chExt cx="12191760" cy="6858000"/>
          </a:xfrm>
        </p:grpSpPr>
        <p:cxnSp>
          <p:nvCxnSpPr>
            <p:cNvPr id="1379"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380"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381" name="Straight Connector 9"/>
            <p:cNvCxnSpPr/>
            <p:nvPr/>
          </p:nvCxnSpPr>
          <p:spPr>
            <a:xfrm>
              <a:off x="0" y="585000"/>
              <a:ext cx="12189240" cy="360"/>
            </a:xfrm>
            <a:prstGeom prst="straightConnector1">
              <a:avLst/>
            </a:prstGeom>
            <a:ln w="3175">
              <a:solidFill>
                <a:srgbClr val="df45d4"/>
              </a:solidFill>
              <a:round/>
            </a:ln>
          </p:spPr>
        </p:cxnSp>
        <p:cxnSp>
          <p:nvCxnSpPr>
            <p:cNvPr id="1382" name="Straight Connector 10"/>
            <p:cNvCxnSpPr/>
            <p:nvPr/>
          </p:nvCxnSpPr>
          <p:spPr>
            <a:xfrm>
              <a:off x="0" y="6272640"/>
              <a:ext cx="12189240" cy="360"/>
            </a:xfrm>
            <a:prstGeom prst="straightConnector1">
              <a:avLst/>
            </a:prstGeom>
            <a:ln w="3175">
              <a:solidFill>
                <a:srgbClr val="df45d4"/>
              </a:solidFill>
              <a:round/>
            </a:ln>
          </p:spPr>
        </p:cxnSp>
        <p:cxnSp>
          <p:nvCxnSpPr>
            <p:cNvPr id="1383"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384"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385"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386"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387"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388"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389" name="Straight Connector 17"/>
            <p:cNvCxnSpPr/>
            <p:nvPr/>
          </p:nvCxnSpPr>
          <p:spPr>
            <a:xfrm>
              <a:off x="585000" y="0"/>
              <a:ext cx="360" cy="6858360"/>
            </a:xfrm>
            <a:prstGeom prst="straightConnector1">
              <a:avLst/>
            </a:prstGeom>
            <a:ln w="3175">
              <a:solidFill>
                <a:srgbClr val="df45d4"/>
              </a:solidFill>
              <a:round/>
            </a:ln>
          </p:spPr>
        </p:cxnSp>
        <p:cxnSp>
          <p:nvCxnSpPr>
            <p:cNvPr id="1390"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391"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392"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393"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394" name="Straight Connector 22"/>
            <p:cNvCxnSpPr/>
            <p:nvPr/>
          </p:nvCxnSpPr>
          <p:spPr>
            <a:xfrm>
              <a:off x="11606760" y="0"/>
              <a:ext cx="360" cy="6858360"/>
            </a:xfrm>
            <a:prstGeom prst="straightConnector1">
              <a:avLst/>
            </a:prstGeom>
            <a:ln w="3175">
              <a:solidFill>
                <a:srgbClr val="df45d4"/>
              </a:solidFill>
              <a:round/>
            </a:ln>
          </p:spPr>
        </p:cxnSp>
        <p:cxnSp>
          <p:nvCxnSpPr>
            <p:cNvPr id="1395"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396"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397"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398"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399"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400"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401"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402"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403"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404"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405"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406"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407"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408"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409"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410"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411"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412"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413"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414"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415"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416"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1417" name="PlaceHolder 2"/>
          <p:cNvSpPr>
            <a:spLocks noGrp="1"/>
          </p:cNvSpPr>
          <p:nvPr>
            <p:ph type="body"/>
          </p:nvPr>
        </p:nvSpPr>
        <p:spPr>
          <a:xfrm>
            <a:off x="584280" y="1434960"/>
            <a:ext cx="5211720" cy="4701960"/>
          </a:xfrm>
          <a:prstGeom prst="rect">
            <a:avLst/>
          </a:prstGeom>
          <a:noFill/>
          <a:ln w="0">
            <a:noFill/>
          </a:ln>
        </p:spPr>
        <p:txBody>
          <a:bodyPr lIns="0" rIns="0" tIns="0" bIns="0" anchor="t">
            <a:spAutoFit/>
          </a:bodyPr>
          <a:p>
            <a:pPr indent="0" defTabSz="932760">
              <a:lnSpc>
                <a:spcPct val="100000"/>
              </a:lnSpc>
              <a:spcBef>
                <a:spcPts val="1225"/>
              </a:spcBef>
              <a:buNone/>
              <a:tabLst>
                <a:tab algn="l" pos="0"/>
              </a:tabLst>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marL="255600" indent="0" defTabSz="932760">
              <a:lnSpc>
                <a:spcPct val="100000"/>
              </a:lnSpc>
              <a:spcBef>
                <a:spcPts val="400"/>
              </a:spcBef>
              <a:buNone/>
              <a:tabLst>
                <a:tab algn="l" pos="0"/>
              </a:tabLst>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Semilight"/>
            </a:endParaRPr>
          </a:p>
          <a:p>
            <a:pPr marL="450720" indent="0" defTabSz="932760">
              <a:lnSpc>
                <a:spcPct val="100000"/>
              </a:lnSpc>
              <a:spcBef>
                <a:spcPts val="320"/>
              </a:spcBef>
              <a:buNone/>
              <a:tabLst>
                <a:tab algn="l" pos="0"/>
              </a:tabLst>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Semilight"/>
            </a:endParaRPr>
          </a:p>
          <a:p>
            <a:pPr marL="652320" indent="0" defTabSz="932760">
              <a:lnSpc>
                <a:spcPct val="100000"/>
              </a:lnSpc>
              <a:spcBef>
                <a:spcPts val="281"/>
              </a:spcBef>
              <a:buNone/>
              <a:tabLst>
                <a:tab algn="l" pos="0"/>
              </a:tabLst>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Semilight"/>
            </a:endParaRPr>
          </a:p>
          <a:p>
            <a:pPr marL="853920" indent="0" defTabSz="932760">
              <a:lnSpc>
                <a:spcPct val="100000"/>
              </a:lnSpc>
              <a:spcBef>
                <a:spcPts val="281"/>
              </a:spcBef>
              <a:buNone/>
              <a:tabLst>
                <a:tab algn="l" pos="0"/>
              </a:tabLst>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Semilight"/>
            </a:endParaRPr>
          </a:p>
        </p:txBody>
      </p:sp>
      <p:sp>
        <p:nvSpPr>
          <p:cNvPr id="1418" name="PlaceHolder 3"/>
          <p:cNvSpPr>
            <a:spLocks noGrp="1"/>
          </p:cNvSpPr>
          <p:nvPr>
            <p:ph type="body"/>
          </p:nvPr>
        </p:nvSpPr>
        <p:spPr>
          <a:xfrm>
            <a:off x="6397200" y="1434960"/>
            <a:ext cx="5211720" cy="4701960"/>
          </a:xfrm>
          <a:prstGeom prst="rect">
            <a:avLst/>
          </a:prstGeom>
          <a:noFill/>
          <a:ln w="0">
            <a:noFill/>
          </a:ln>
        </p:spPr>
        <p:txBody>
          <a:bodyPr lIns="0" rIns="0" tIns="0" bIns="0" anchor="t">
            <a:spAutoFit/>
          </a:bodyPr>
          <a:p>
            <a:pPr indent="0" defTabSz="932760">
              <a:lnSpc>
                <a:spcPct val="100000"/>
              </a:lnSpc>
              <a:spcBef>
                <a:spcPts val="1225"/>
              </a:spcBef>
              <a:buNone/>
              <a:tabLst>
                <a:tab algn="l" pos="0"/>
              </a:tabLst>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marL="255600" indent="0" defTabSz="932760">
              <a:lnSpc>
                <a:spcPct val="100000"/>
              </a:lnSpc>
              <a:spcBef>
                <a:spcPts val="400"/>
              </a:spcBef>
              <a:buNone/>
              <a:tabLst>
                <a:tab algn="l" pos="0"/>
              </a:tabLst>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Semilight"/>
            </a:endParaRPr>
          </a:p>
          <a:p>
            <a:pPr marL="450720" indent="0" defTabSz="932760">
              <a:lnSpc>
                <a:spcPct val="100000"/>
              </a:lnSpc>
              <a:spcBef>
                <a:spcPts val="320"/>
              </a:spcBef>
              <a:buNone/>
              <a:tabLst>
                <a:tab algn="l" pos="0"/>
              </a:tabLst>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Semilight"/>
            </a:endParaRPr>
          </a:p>
          <a:p>
            <a:pPr marL="652320" indent="0" defTabSz="932760">
              <a:lnSpc>
                <a:spcPct val="100000"/>
              </a:lnSpc>
              <a:spcBef>
                <a:spcPts val="281"/>
              </a:spcBef>
              <a:buNone/>
              <a:tabLst>
                <a:tab algn="l" pos="0"/>
              </a:tabLst>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Semilight"/>
            </a:endParaRPr>
          </a:p>
          <a:p>
            <a:pPr marL="853920" indent="0" defTabSz="932760">
              <a:lnSpc>
                <a:spcPct val="100000"/>
              </a:lnSpc>
              <a:spcBef>
                <a:spcPts val="281"/>
              </a:spcBef>
              <a:buNone/>
              <a:tabLst>
                <a:tab algn="l" pos="0"/>
              </a:tabLst>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Semilight"/>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
    <p:bg>
      <p:bgPr>
        <a:solidFill>
          <a:srgbClr val="000000"/>
        </a:solidFill>
      </p:bgPr>
    </p:bg>
    <p:spTree>
      <p:nvGrpSpPr>
        <p:cNvPr id="1" name=""/>
        <p:cNvGrpSpPr/>
        <p:nvPr/>
      </p:nvGrpSpPr>
      <p:grpSpPr>
        <a:xfrm>
          <a:off x="0" y="0"/>
          <a:ext cx="0" cy="0"/>
          <a:chOff x="0" y="0"/>
          <a:chExt cx="0" cy="0"/>
        </a:xfrm>
      </p:grpSpPr>
      <p:grpSp>
        <p:nvGrpSpPr>
          <p:cNvPr id="1419" name="GRID"/>
          <p:cNvGrpSpPr/>
          <p:nvPr/>
        </p:nvGrpSpPr>
        <p:grpSpPr>
          <a:xfrm>
            <a:off x="0" y="0"/>
            <a:ext cx="12191760" cy="6858000"/>
            <a:chOff x="0" y="0"/>
            <a:chExt cx="12191760" cy="6858000"/>
          </a:xfrm>
        </p:grpSpPr>
        <p:cxnSp>
          <p:nvCxnSpPr>
            <p:cNvPr id="1420"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421"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422" name="Straight Connector 9"/>
            <p:cNvCxnSpPr/>
            <p:nvPr/>
          </p:nvCxnSpPr>
          <p:spPr>
            <a:xfrm>
              <a:off x="0" y="585000"/>
              <a:ext cx="12189240" cy="360"/>
            </a:xfrm>
            <a:prstGeom prst="straightConnector1">
              <a:avLst/>
            </a:prstGeom>
            <a:ln w="3175">
              <a:solidFill>
                <a:srgbClr val="df45d4"/>
              </a:solidFill>
              <a:round/>
            </a:ln>
          </p:spPr>
        </p:cxnSp>
        <p:cxnSp>
          <p:nvCxnSpPr>
            <p:cNvPr id="1423" name="Straight Connector 10"/>
            <p:cNvCxnSpPr/>
            <p:nvPr/>
          </p:nvCxnSpPr>
          <p:spPr>
            <a:xfrm>
              <a:off x="0" y="6272640"/>
              <a:ext cx="12189240" cy="360"/>
            </a:xfrm>
            <a:prstGeom prst="straightConnector1">
              <a:avLst/>
            </a:prstGeom>
            <a:ln w="3175">
              <a:solidFill>
                <a:srgbClr val="df45d4"/>
              </a:solidFill>
              <a:round/>
            </a:ln>
          </p:spPr>
        </p:cxnSp>
        <p:cxnSp>
          <p:nvCxnSpPr>
            <p:cNvPr id="1424"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425"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426"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427"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428"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429"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430" name="Straight Connector 17"/>
            <p:cNvCxnSpPr/>
            <p:nvPr/>
          </p:nvCxnSpPr>
          <p:spPr>
            <a:xfrm>
              <a:off x="585000" y="0"/>
              <a:ext cx="360" cy="6858360"/>
            </a:xfrm>
            <a:prstGeom prst="straightConnector1">
              <a:avLst/>
            </a:prstGeom>
            <a:ln w="3175">
              <a:solidFill>
                <a:srgbClr val="df45d4"/>
              </a:solidFill>
              <a:round/>
            </a:ln>
          </p:spPr>
        </p:cxnSp>
        <p:cxnSp>
          <p:nvCxnSpPr>
            <p:cNvPr id="1431"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432"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433"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434"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435" name="Straight Connector 22"/>
            <p:cNvCxnSpPr/>
            <p:nvPr/>
          </p:nvCxnSpPr>
          <p:spPr>
            <a:xfrm>
              <a:off x="11606760" y="0"/>
              <a:ext cx="360" cy="6858360"/>
            </a:xfrm>
            <a:prstGeom prst="straightConnector1">
              <a:avLst/>
            </a:prstGeom>
            <a:ln w="3175">
              <a:solidFill>
                <a:srgbClr val="df45d4"/>
              </a:solidFill>
              <a:round/>
            </a:ln>
          </p:spPr>
        </p:cxnSp>
        <p:cxnSp>
          <p:nvCxnSpPr>
            <p:cNvPr id="1436"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437"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438"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439"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440"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441"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442"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443"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444"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445"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446"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447"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448"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449"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450"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451"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452"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453"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454"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455"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456"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457"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1458" name="PlaceHolder 2"/>
          <p:cNvSpPr>
            <a:spLocks noGrp="1"/>
          </p:cNvSpPr>
          <p:nvPr>
            <p:ph type="body"/>
          </p:nvPr>
        </p:nvSpPr>
        <p:spPr>
          <a:xfrm>
            <a:off x="584280" y="1437480"/>
            <a:ext cx="5211720" cy="4701960"/>
          </a:xfrm>
          <a:prstGeom prst="rect">
            <a:avLst/>
          </a:prstGeom>
          <a:noFill/>
          <a:ln w="0">
            <a:noFill/>
          </a:ln>
        </p:spPr>
        <p:txBody>
          <a:bodyPr lIns="0" rIns="0" tIns="0" bIns="0" anchor="t">
            <a:spAutoFit/>
          </a:bodyPr>
          <a:p>
            <a:pPr marL="231840" indent="-231840" defTabSz="932760">
              <a:lnSpc>
                <a:spcPct val="100000"/>
              </a:lnSpc>
              <a:spcBef>
                <a:spcPts val="1225"/>
              </a:spcBef>
              <a:buClr>
                <a:srgbClr val="ffffff"/>
              </a:buClr>
              <a:buSzPct val="90000"/>
              <a:buFont typeface="Wingdings" charset="2"/>
              <a:buChar char=""/>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lvl="1" marL="426960" indent="-17136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a:endParaRPr>
          </a:p>
          <a:p>
            <a:pPr lvl="2" marL="639720" indent="-189000" defTabSz="932760">
              <a:lnSpc>
                <a:spcPct val="100000"/>
              </a:lnSpc>
              <a:spcBef>
                <a:spcPts val="320"/>
              </a:spcBef>
              <a:buClr>
                <a:srgbClr val="ffffff"/>
              </a:buClr>
              <a:buSzPct val="90000"/>
              <a:buFont typeface="Wingdings" charset="2"/>
              <a:buChar char=""/>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a:endParaRPr>
          </a:p>
          <a:p>
            <a:pPr lvl="3" marL="828720" indent="-17604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a:endParaRPr>
          </a:p>
          <a:p>
            <a:pPr lvl="4" marL="1023840" indent="-16992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a:endParaRPr>
          </a:p>
        </p:txBody>
      </p:sp>
      <p:sp>
        <p:nvSpPr>
          <p:cNvPr id="1459" name="PlaceHolder 3"/>
          <p:cNvSpPr>
            <a:spLocks noGrp="1"/>
          </p:cNvSpPr>
          <p:nvPr>
            <p:ph type="body"/>
          </p:nvPr>
        </p:nvSpPr>
        <p:spPr>
          <a:xfrm>
            <a:off x="6390000" y="1437480"/>
            <a:ext cx="5211720" cy="4701960"/>
          </a:xfrm>
          <a:prstGeom prst="rect">
            <a:avLst/>
          </a:prstGeom>
          <a:noFill/>
          <a:ln w="0">
            <a:noFill/>
          </a:ln>
        </p:spPr>
        <p:txBody>
          <a:bodyPr lIns="0" rIns="0" tIns="0" bIns="0" anchor="t">
            <a:spAutoFit/>
          </a:bodyPr>
          <a:p>
            <a:pPr marL="231840" indent="-231840" defTabSz="932760">
              <a:lnSpc>
                <a:spcPct val="100000"/>
              </a:lnSpc>
              <a:spcBef>
                <a:spcPts val="1225"/>
              </a:spcBef>
              <a:buClr>
                <a:srgbClr val="ffffff"/>
              </a:buClr>
              <a:buSzPct val="90000"/>
              <a:buFont typeface="Wingdings" charset="2"/>
              <a:buChar char=""/>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lvl="1" marL="426960" indent="-17136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a:endParaRPr>
          </a:p>
          <a:p>
            <a:pPr lvl="2" marL="639720" indent="-189000" defTabSz="932760">
              <a:lnSpc>
                <a:spcPct val="100000"/>
              </a:lnSpc>
              <a:spcBef>
                <a:spcPts val="320"/>
              </a:spcBef>
              <a:buClr>
                <a:srgbClr val="ffffff"/>
              </a:buClr>
              <a:buSzPct val="90000"/>
              <a:buFont typeface="Wingdings" charset="2"/>
              <a:buChar char=""/>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a:endParaRPr>
          </a:p>
          <a:p>
            <a:pPr lvl="3" marL="828720" indent="-17604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a:endParaRPr>
          </a:p>
          <a:p>
            <a:pPr lvl="4" marL="1023840" indent="-16992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bg>
      <p:bgPr>
        <a:solidFill>
          <a:srgbClr val="000000"/>
        </a:solidFill>
      </p:bgPr>
    </p:bg>
    <p:spTree>
      <p:nvGrpSpPr>
        <p:cNvPr id="1" name=""/>
        <p:cNvGrpSpPr/>
        <p:nvPr/>
      </p:nvGrpSpPr>
      <p:grpSpPr>
        <a:xfrm>
          <a:off x="0" y="0"/>
          <a:ext cx="0" cy="0"/>
          <a:chOff x="0" y="0"/>
          <a:chExt cx="0" cy="0"/>
        </a:xfrm>
      </p:grpSpPr>
      <p:grpSp>
        <p:nvGrpSpPr>
          <p:cNvPr id="1460" name="GRID"/>
          <p:cNvGrpSpPr/>
          <p:nvPr/>
        </p:nvGrpSpPr>
        <p:grpSpPr>
          <a:xfrm>
            <a:off x="0" y="0"/>
            <a:ext cx="12191760" cy="6858000"/>
            <a:chOff x="0" y="0"/>
            <a:chExt cx="12191760" cy="6858000"/>
          </a:xfrm>
        </p:grpSpPr>
        <p:cxnSp>
          <p:nvCxnSpPr>
            <p:cNvPr id="1461"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462"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463" name="Straight Connector 9"/>
            <p:cNvCxnSpPr/>
            <p:nvPr/>
          </p:nvCxnSpPr>
          <p:spPr>
            <a:xfrm>
              <a:off x="0" y="585000"/>
              <a:ext cx="12189240" cy="360"/>
            </a:xfrm>
            <a:prstGeom prst="straightConnector1">
              <a:avLst/>
            </a:prstGeom>
            <a:ln w="3175">
              <a:solidFill>
                <a:srgbClr val="df45d4"/>
              </a:solidFill>
              <a:round/>
            </a:ln>
          </p:spPr>
        </p:cxnSp>
        <p:cxnSp>
          <p:nvCxnSpPr>
            <p:cNvPr id="1464" name="Straight Connector 10"/>
            <p:cNvCxnSpPr/>
            <p:nvPr/>
          </p:nvCxnSpPr>
          <p:spPr>
            <a:xfrm>
              <a:off x="0" y="6272640"/>
              <a:ext cx="12189240" cy="360"/>
            </a:xfrm>
            <a:prstGeom prst="straightConnector1">
              <a:avLst/>
            </a:prstGeom>
            <a:ln w="3175">
              <a:solidFill>
                <a:srgbClr val="df45d4"/>
              </a:solidFill>
              <a:round/>
            </a:ln>
          </p:spPr>
        </p:cxnSp>
        <p:cxnSp>
          <p:nvCxnSpPr>
            <p:cNvPr id="1465"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466"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467"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468"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469"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470"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471" name="Straight Connector 17"/>
            <p:cNvCxnSpPr/>
            <p:nvPr/>
          </p:nvCxnSpPr>
          <p:spPr>
            <a:xfrm>
              <a:off x="585000" y="0"/>
              <a:ext cx="360" cy="6858360"/>
            </a:xfrm>
            <a:prstGeom prst="straightConnector1">
              <a:avLst/>
            </a:prstGeom>
            <a:ln w="3175">
              <a:solidFill>
                <a:srgbClr val="df45d4"/>
              </a:solidFill>
              <a:round/>
            </a:ln>
          </p:spPr>
        </p:cxnSp>
        <p:cxnSp>
          <p:nvCxnSpPr>
            <p:cNvPr id="1472"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473"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474"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475"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476" name="Straight Connector 22"/>
            <p:cNvCxnSpPr/>
            <p:nvPr/>
          </p:nvCxnSpPr>
          <p:spPr>
            <a:xfrm>
              <a:off x="11606760" y="0"/>
              <a:ext cx="360" cy="6858360"/>
            </a:xfrm>
            <a:prstGeom prst="straightConnector1">
              <a:avLst/>
            </a:prstGeom>
            <a:ln w="3175">
              <a:solidFill>
                <a:srgbClr val="df45d4"/>
              </a:solidFill>
              <a:round/>
            </a:ln>
          </p:spPr>
        </p:cxnSp>
        <p:cxnSp>
          <p:nvCxnSpPr>
            <p:cNvPr id="1477"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478"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479"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480"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481"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482"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483"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484"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485"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486"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487"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488"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489"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490"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491"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492"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493"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494"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495"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496"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497"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498"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bg>
      <p:bgPr>
        <a:solidFill>
          <a:srgbClr val="000000"/>
        </a:solidFill>
      </p:bgPr>
    </p:bg>
    <p:spTree>
      <p:nvGrpSpPr>
        <p:cNvPr id="1" name=""/>
        <p:cNvGrpSpPr/>
        <p:nvPr/>
      </p:nvGrpSpPr>
      <p:grpSpPr>
        <a:xfrm>
          <a:off x="0" y="0"/>
          <a:ext cx="0" cy="0"/>
          <a:chOff x="0" y="0"/>
          <a:chExt cx="0" cy="0"/>
        </a:xfrm>
      </p:grpSpPr>
      <p:grpSp>
        <p:nvGrpSpPr>
          <p:cNvPr id="1499" name="GRID"/>
          <p:cNvGrpSpPr/>
          <p:nvPr/>
        </p:nvGrpSpPr>
        <p:grpSpPr>
          <a:xfrm>
            <a:off x="0" y="0"/>
            <a:ext cx="12191760" cy="6858000"/>
            <a:chOff x="0" y="0"/>
            <a:chExt cx="12191760" cy="6858000"/>
          </a:xfrm>
        </p:grpSpPr>
        <p:cxnSp>
          <p:nvCxnSpPr>
            <p:cNvPr id="1500"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501"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502" name="Straight Connector 9"/>
            <p:cNvCxnSpPr/>
            <p:nvPr/>
          </p:nvCxnSpPr>
          <p:spPr>
            <a:xfrm>
              <a:off x="0" y="585000"/>
              <a:ext cx="12189240" cy="360"/>
            </a:xfrm>
            <a:prstGeom prst="straightConnector1">
              <a:avLst/>
            </a:prstGeom>
            <a:ln w="3175">
              <a:solidFill>
                <a:srgbClr val="df45d4"/>
              </a:solidFill>
              <a:round/>
            </a:ln>
          </p:spPr>
        </p:cxnSp>
        <p:cxnSp>
          <p:nvCxnSpPr>
            <p:cNvPr id="1503" name="Straight Connector 10"/>
            <p:cNvCxnSpPr/>
            <p:nvPr/>
          </p:nvCxnSpPr>
          <p:spPr>
            <a:xfrm>
              <a:off x="0" y="6272640"/>
              <a:ext cx="12189240" cy="360"/>
            </a:xfrm>
            <a:prstGeom prst="straightConnector1">
              <a:avLst/>
            </a:prstGeom>
            <a:ln w="3175">
              <a:solidFill>
                <a:srgbClr val="df45d4"/>
              </a:solidFill>
              <a:round/>
            </a:ln>
          </p:spPr>
        </p:cxnSp>
        <p:cxnSp>
          <p:nvCxnSpPr>
            <p:cNvPr id="1504"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505"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506"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507"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508"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509"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510" name="Straight Connector 17"/>
            <p:cNvCxnSpPr/>
            <p:nvPr/>
          </p:nvCxnSpPr>
          <p:spPr>
            <a:xfrm>
              <a:off x="585000" y="0"/>
              <a:ext cx="360" cy="6858360"/>
            </a:xfrm>
            <a:prstGeom prst="straightConnector1">
              <a:avLst/>
            </a:prstGeom>
            <a:ln w="3175">
              <a:solidFill>
                <a:srgbClr val="df45d4"/>
              </a:solidFill>
              <a:round/>
            </a:ln>
          </p:spPr>
        </p:cxnSp>
        <p:cxnSp>
          <p:nvCxnSpPr>
            <p:cNvPr id="1511"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512"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513"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514"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515" name="Straight Connector 22"/>
            <p:cNvCxnSpPr/>
            <p:nvPr/>
          </p:nvCxnSpPr>
          <p:spPr>
            <a:xfrm>
              <a:off x="11606760" y="0"/>
              <a:ext cx="360" cy="6858360"/>
            </a:xfrm>
            <a:prstGeom prst="straightConnector1">
              <a:avLst/>
            </a:prstGeom>
            <a:ln w="3175">
              <a:solidFill>
                <a:srgbClr val="df45d4"/>
              </a:solidFill>
              <a:round/>
            </a:ln>
          </p:spPr>
        </p:cxnSp>
        <p:cxnSp>
          <p:nvCxnSpPr>
            <p:cNvPr id="1516"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517"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518"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519"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520"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521"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522"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523"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524"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525"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526"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527"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528"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529"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530"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531"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532"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533"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534"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535"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536"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537" name="PlaceHolder 1"/>
          <p:cNvSpPr>
            <a:spLocks noGrp="1"/>
          </p:cNvSpPr>
          <p:nvPr>
            <p:ph type="title"/>
          </p:nvPr>
        </p:nvSpPr>
        <p:spPr>
          <a:xfrm>
            <a:off x="584280" y="457200"/>
            <a:ext cx="5508000" cy="371880"/>
          </a:xfrm>
          <a:prstGeom prst="rect">
            <a:avLst/>
          </a:prstGeom>
          <a:noFill/>
          <a:ln w="0">
            <a:noFill/>
          </a:ln>
        </p:spPr>
        <p:txBody>
          <a:bodyPr lIns="0" rIns="0" tIns="64080" bIns="0" anchor="t">
            <a:noAutofit/>
          </a:bodyPr>
          <a:p>
            <a:pPr indent="0" defTabSz="932760">
              <a:lnSpc>
                <a:spcPct val="100000"/>
              </a:lnSpc>
              <a:buNone/>
            </a:pPr>
            <a:r>
              <a:rPr b="0" lang="en-US" sz="2000" strike="noStrike" u="none">
                <a:solidFill>
                  <a:srgbClr val="ffffff"/>
                </a:solidFill>
                <a:effectLst/>
                <a:uFillTx/>
                <a:latin typeface="Segoe UI Semibold"/>
              </a:rPr>
              <a:t>Click to edit Master title style</a:t>
            </a:r>
            <a:endParaRPr b="0" lang="en-US" sz="2000" strike="noStrike" u="none">
              <a:solidFill>
                <a:schemeClr val="lt1"/>
              </a:solidFill>
              <a:effectLst/>
              <a:uFillTx/>
              <a:latin typeface="Segoe UI"/>
            </a:endParaRPr>
          </a:p>
        </p:txBody>
      </p:sp>
      <p:sp>
        <p:nvSpPr>
          <p:cNvPr id="153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2800" strike="noStrike" u="none">
                <a:solidFill>
                  <a:schemeClr val="lt1"/>
                </a:solidFill>
                <a:effectLst/>
                <a:uFillTx/>
                <a:latin typeface="Segoe UI Semilight"/>
              </a:rPr>
              <a:t>Click to edit the outline text format</a:t>
            </a:r>
            <a:endParaRPr b="0" lang="en-US" sz="2800" strike="noStrike" u="none">
              <a:solidFill>
                <a:schemeClr val="lt1"/>
              </a:solidFill>
              <a:effectLst/>
              <a:uFillTx/>
              <a:latin typeface="Segoe UI Semilight"/>
            </a:endParaRPr>
          </a:p>
          <a:p>
            <a:pPr lvl="1" marL="864000" indent="-324000">
              <a:spcBef>
                <a:spcPts val="1134"/>
              </a:spcBef>
              <a:buClr>
                <a:srgbClr val="ffffff"/>
              </a:buClr>
              <a:buSzPct val="75000"/>
              <a:buFont typeface="Symbol" charset="2"/>
              <a:buChar char=""/>
            </a:pPr>
            <a:r>
              <a:rPr b="0" lang="en-US" sz="1600" strike="noStrike" u="none">
                <a:solidFill>
                  <a:schemeClr val="lt1"/>
                </a:solidFill>
                <a:effectLst/>
                <a:uFillTx/>
                <a:latin typeface="Segoe UI"/>
              </a:rPr>
              <a:t>Second Outline Level</a:t>
            </a:r>
            <a:endParaRPr b="0" lang="en-US" sz="1600" strike="noStrike" u="none">
              <a:solidFill>
                <a:schemeClr val="lt1"/>
              </a:solidFill>
              <a:effectLst/>
              <a:uFillTx/>
              <a:latin typeface="Segoe UI"/>
            </a:endParaRPr>
          </a:p>
          <a:p>
            <a:pPr lvl="2" marL="1296000" indent="-288000">
              <a:spcBef>
                <a:spcPts val="850"/>
              </a:spcBef>
              <a:buClr>
                <a:srgbClr val="ffffff"/>
              </a:buClr>
              <a:buSzPct val="45000"/>
              <a:buFont typeface="Wingdings" charset="2"/>
              <a:buChar char=""/>
            </a:pPr>
            <a:r>
              <a:rPr b="0" lang="en-US" sz="1400" strike="noStrike" u="none">
                <a:solidFill>
                  <a:schemeClr val="lt1"/>
                </a:solidFill>
                <a:effectLst/>
                <a:uFillTx/>
                <a:latin typeface="Segoe UI"/>
              </a:rPr>
              <a:t>Third Outline Level</a:t>
            </a:r>
            <a:endParaRPr b="0" lang="en-US" sz="1400" strike="noStrike" u="none">
              <a:solidFill>
                <a:schemeClr val="lt1"/>
              </a:solidFill>
              <a:effectLst/>
              <a:uFillTx/>
              <a:latin typeface="Segoe UI"/>
            </a:endParaRPr>
          </a:p>
          <a:p>
            <a:pPr lvl="3" marL="1728000" indent="-216000">
              <a:spcBef>
                <a:spcPts val="567"/>
              </a:spcBef>
              <a:buClr>
                <a:srgbClr val="ffffff"/>
              </a:buClr>
              <a:buSzPct val="75000"/>
              <a:buFont typeface="Symbol" charset="2"/>
              <a:buChar char=""/>
            </a:pPr>
            <a:r>
              <a:rPr b="0" lang="en-US" sz="1400" strike="noStrike" u="none">
                <a:solidFill>
                  <a:schemeClr val="lt1"/>
                </a:solidFill>
                <a:effectLst/>
                <a:uFillTx/>
                <a:latin typeface="Segoe UI"/>
              </a:rPr>
              <a:t>Fourth Outline Level</a:t>
            </a:r>
            <a:endParaRPr b="0" lang="en-US" sz="1400" strike="noStrike" u="none">
              <a:solidFill>
                <a:schemeClr val="lt1"/>
              </a:solidFill>
              <a:effectLst/>
              <a:uFillTx/>
              <a:latin typeface="Segoe UI"/>
            </a:endParaRPr>
          </a:p>
          <a:p>
            <a:pPr lvl="4" marL="2160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Fifth Outline Level</a:t>
            </a:r>
            <a:endParaRPr b="0" lang="en-US" sz="2000" strike="noStrike" u="none">
              <a:solidFill>
                <a:schemeClr val="lt1"/>
              </a:solidFill>
              <a:effectLst/>
              <a:uFillTx/>
              <a:latin typeface="Segoe UI"/>
            </a:endParaRPr>
          </a:p>
          <a:p>
            <a:pPr lvl="5" marL="2592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Sixth Outline Level</a:t>
            </a:r>
            <a:endParaRPr b="0" lang="en-US" sz="2000" strike="noStrike" u="none">
              <a:solidFill>
                <a:schemeClr val="lt1"/>
              </a:solidFill>
              <a:effectLst/>
              <a:uFillTx/>
              <a:latin typeface="Segoe UI"/>
            </a:endParaRPr>
          </a:p>
          <a:p>
            <a:pPr lvl="6" marL="3024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Seventh Outline Level</a:t>
            </a:r>
            <a:endParaRPr b="0" lang="en-US" sz="2000" strike="noStrike" u="none">
              <a:solidFill>
                <a:schemeClr val="lt1"/>
              </a:solidFill>
              <a:effectLst/>
              <a:uFillTx/>
              <a:latin typeface="Segoe UI"/>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bg>
      <p:bgPr>
        <a:solidFill>
          <a:srgbClr val="000000"/>
        </a:solidFill>
      </p:bgPr>
    </p:bg>
    <p:spTree>
      <p:nvGrpSpPr>
        <p:cNvPr id="1" name=""/>
        <p:cNvGrpSpPr/>
        <p:nvPr/>
      </p:nvGrpSpPr>
      <p:grpSpPr>
        <a:xfrm>
          <a:off x="0" y="0"/>
          <a:ext cx="0" cy="0"/>
          <a:chOff x="0" y="0"/>
          <a:chExt cx="0" cy="0"/>
        </a:xfrm>
      </p:grpSpPr>
      <p:grpSp>
        <p:nvGrpSpPr>
          <p:cNvPr id="1539" name="GRID"/>
          <p:cNvGrpSpPr/>
          <p:nvPr/>
        </p:nvGrpSpPr>
        <p:grpSpPr>
          <a:xfrm>
            <a:off x="0" y="0"/>
            <a:ext cx="12191760" cy="6858000"/>
            <a:chOff x="0" y="0"/>
            <a:chExt cx="12191760" cy="6858000"/>
          </a:xfrm>
        </p:grpSpPr>
        <p:cxnSp>
          <p:nvCxnSpPr>
            <p:cNvPr id="1540"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541"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542" name="Straight Connector 9"/>
            <p:cNvCxnSpPr/>
            <p:nvPr/>
          </p:nvCxnSpPr>
          <p:spPr>
            <a:xfrm>
              <a:off x="0" y="585000"/>
              <a:ext cx="12189240" cy="360"/>
            </a:xfrm>
            <a:prstGeom prst="straightConnector1">
              <a:avLst/>
            </a:prstGeom>
            <a:ln w="3175">
              <a:solidFill>
                <a:srgbClr val="df45d4"/>
              </a:solidFill>
              <a:round/>
            </a:ln>
          </p:spPr>
        </p:cxnSp>
        <p:cxnSp>
          <p:nvCxnSpPr>
            <p:cNvPr id="1543" name="Straight Connector 10"/>
            <p:cNvCxnSpPr/>
            <p:nvPr/>
          </p:nvCxnSpPr>
          <p:spPr>
            <a:xfrm>
              <a:off x="0" y="6272640"/>
              <a:ext cx="12189240" cy="360"/>
            </a:xfrm>
            <a:prstGeom prst="straightConnector1">
              <a:avLst/>
            </a:prstGeom>
            <a:ln w="3175">
              <a:solidFill>
                <a:srgbClr val="df45d4"/>
              </a:solidFill>
              <a:round/>
            </a:ln>
          </p:spPr>
        </p:cxnSp>
        <p:cxnSp>
          <p:nvCxnSpPr>
            <p:cNvPr id="1544"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545"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546"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547"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548"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549"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550" name="Straight Connector 17"/>
            <p:cNvCxnSpPr/>
            <p:nvPr/>
          </p:nvCxnSpPr>
          <p:spPr>
            <a:xfrm>
              <a:off x="585000" y="0"/>
              <a:ext cx="360" cy="6858360"/>
            </a:xfrm>
            <a:prstGeom prst="straightConnector1">
              <a:avLst/>
            </a:prstGeom>
            <a:ln w="3175">
              <a:solidFill>
                <a:srgbClr val="df45d4"/>
              </a:solidFill>
              <a:round/>
            </a:ln>
          </p:spPr>
        </p:cxnSp>
        <p:cxnSp>
          <p:nvCxnSpPr>
            <p:cNvPr id="1551"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552"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553"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554"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555" name="Straight Connector 22"/>
            <p:cNvCxnSpPr/>
            <p:nvPr/>
          </p:nvCxnSpPr>
          <p:spPr>
            <a:xfrm>
              <a:off x="11606760" y="0"/>
              <a:ext cx="360" cy="6858360"/>
            </a:xfrm>
            <a:prstGeom prst="straightConnector1">
              <a:avLst/>
            </a:prstGeom>
            <a:ln w="3175">
              <a:solidFill>
                <a:srgbClr val="df45d4"/>
              </a:solidFill>
              <a:round/>
            </a:ln>
          </p:spPr>
        </p:cxnSp>
        <p:cxnSp>
          <p:nvCxnSpPr>
            <p:cNvPr id="1556"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557"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558"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559"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560"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561"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562"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563"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564"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565"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566"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567"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568"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569"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570"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571"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572"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573"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574"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575"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576"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577" name="PlaceHolder 1"/>
          <p:cNvSpPr>
            <a:spLocks noGrp="1"/>
          </p:cNvSpPr>
          <p:nvPr>
            <p:ph type="title"/>
          </p:nvPr>
        </p:nvSpPr>
        <p:spPr>
          <a:xfrm>
            <a:off x="584280" y="2035800"/>
            <a:ext cx="4161600" cy="1097640"/>
          </a:xfrm>
          <a:prstGeom prst="rect">
            <a:avLst/>
          </a:prstGeom>
          <a:noFill/>
          <a:ln w="0">
            <a:noFill/>
          </a:ln>
        </p:spPr>
        <p:txBody>
          <a:bodyPr lIns="0" rIns="0" tIns="0" bIns="0" anchor="b">
            <a:spAutoFit/>
          </a:bodyPr>
          <a:p>
            <a:pPr indent="0" defTabSz="932760">
              <a:lnSpc>
                <a:spcPct val="100000"/>
              </a:lnSpc>
              <a:buNone/>
            </a:pPr>
            <a:r>
              <a:rPr b="0" lang="en-US" sz="3600" spc="-48" strike="noStrike" u="none">
                <a:solidFill>
                  <a:srgbClr val="ffffff"/>
                </a:solidFill>
                <a:effectLst/>
                <a:uFillTx/>
                <a:latin typeface="Segoe UI Semibold"/>
              </a:rPr>
              <a:t>Title format square photo layout </a:t>
            </a:r>
            <a:endParaRPr b="0" lang="en-US" sz="3600" strike="noStrike" u="none">
              <a:solidFill>
                <a:schemeClr val="lt1"/>
              </a:solidFill>
              <a:effectLst/>
              <a:uFillTx/>
              <a:latin typeface="Segoe UI"/>
            </a:endParaRPr>
          </a:p>
        </p:txBody>
      </p:sp>
      <p:sp>
        <p:nvSpPr>
          <p:cNvPr id="1578" name="PlaceHolder 2"/>
          <p:cNvSpPr>
            <a:spLocks noGrp="1"/>
          </p:cNvSpPr>
          <p:nvPr>
            <p:ph type="body"/>
          </p:nvPr>
        </p:nvSpPr>
        <p:spPr>
          <a:xfrm>
            <a:off x="584280" y="3535560"/>
            <a:ext cx="4161960" cy="307440"/>
          </a:xfrm>
          <a:prstGeom prst="rect">
            <a:avLst/>
          </a:prstGeom>
          <a:noFill/>
          <a:ln w="0">
            <a:noFill/>
          </a:ln>
        </p:spPr>
        <p:txBody>
          <a:bodyPr lIns="0" rIns="0" tIns="0" bIns="0" anchor="t">
            <a:noAutofit/>
          </a:bodyPr>
          <a:p>
            <a:pPr indent="0" defTabSz="932760">
              <a:lnSpc>
                <a:spcPct val="100000"/>
              </a:lnSpc>
              <a:spcBef>
                <a:spcPts val="400"/>
              </a:spcBef>
              <a:buNone/>
              <a:tabLst>
                <a:tab algn="l" pos="0"/>
              </a:tabLst>
            </a:pPr>
            <a:r>
              <a:rPr b="0" lang="en-US" sz="2000" strike="noStrike" u="none">
                <a:solidFill>
                  <a:srgbClr val="ffffff"/>
                </a:solidFill>
                <a:effectLst/>
                <a:uFillTx/>
                <a:latin typeface="Segoe UI"/>
              </a:rPr>
              <a:t>Edit Master text styles</a:t>
            </a:r>
            <a:endParaRPr b="0" lang="en-US" sz="2000" strike="noStrike" u="none">
              <a:solidFill>
                <a:schemeClr val="lt1"/>
              </a:solidFill>
              <a:effectLst/>
              <a:uFillTx/>
              <a:latin typeface="Segoe UI Semilight"/>
            </a:endParaRPr>
          </a:p>
        </p:txBody>
      </p:sp>
      <p:sp>
        <p:nvSpPr>
          <p:cNvPr id="1579" name="PlaceHolder 3"/>
          <p:cNvSpPr>
            <a:spLocks noGrp="1"/>
          </p:cNvSpPr>
          <p:nvPr>
            <p:ph type="body"/>
          </p:nvPr>
        </p:nvSpPr>
        <p:spPr>
          <a:xfrm>
            <a:off x="5334120" y="0"/>
            <a:ext cx="6857640" cy="6857640"/>
          </a:xfrm>
          <a:prstGeom prst="rect">
            <a:avLst/>
          </a:prstGeom>
          <a:blipFill rotWithShape="0">
            <a:blip r:embed="rId3"/>
            <a:stretch/>
          </a:blipFill>
          <a:ln w="0">
            <a:noFill/>
          </a:ln>
        </p:spPr>
        <p:txBody>
          <a:bodyPr lIns="0" rIns="0" tIns="2011680" bIns="45000" anchor="t">
            <a:noAutofit/>
          </a:bodyPr>
          <a:p>
            <a:pPr indent="0" algn="ctr" defTabSz="914400">
              <a:lnSpc>
                <a:spcPct val="100000"/>
              </a:lnSpc>
              <a:buNone/>
              <a:tabLst>
                <a:tab algn="l" pos="0"/>
              </a:tabLst>
            </a:pPr>
            <a:r>
              <a:rPr b="1" lang="en-US" sz="1600" strike="noStrike" u="none">
                <a:solidFill>
                  <a:srgbClr val="ffffff"/>
                </a:solidFill>
                <a:effectLst/>
                <a:uFillTx/>
                <a:latin typeface="Segoe UI"/>
              </a:rPr>
              <a:t>drag &amp; drop your photo here </a:t>
            </a:r>
            <a:br>
              <a:rPr sz="1600"/>
            </a:br>
            <a:r>
              <a:rPr b="1" lang="en-US" sz="1600" strike="noStrike" u="none">
                <a:solidFill>
                  <a:srgbClr val="ffffff"/>
                </a:solidFill>
                <a:effectLst/>
                <a:uFillTx/>
                <a:latin typeface="Segoe UI"/>
              </a:rPr>
              <a:t>or click or tap icon below </a:t>
            </a:r>
            <a:br>
              <a:rPr sz="1600"/>
            </a:br>
            <a:r>
              <a:rPr b="1" lang="en-US" sz="1600" strike="noStrike" u="none">
                <a:solidFill>
                  <a:srgbClr val="ffffff"/>
                </a:solidFill>
                <a:effectLst/>
                <a:uFillTx/>
                <a:latin typeface="Segoe UI"/>
              </a:rPr>
              <a:t>to insert</a:t>
            </a:r>
            <a:endParaRPr b="0" lang="en-US" sz="1600" strike="noStrike" u="none">
              <a:solidFill>
                <a:schemeClr val="lt1"/>
              </a:solidFill>
              <a:effectLst/>
              <a:uFillTx/>
              <a:latin typeface="Segoe UI Semilight"/>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
    <p:bg>
      <p:bgPr>
        <a:solidFill>
          <a:srgbClr val="000000"/>
        </a:solidFill>
      </p:bgPr>
    </p:bg>
    <p:spTree>
      <p:nvGrpSpPr>
        <p:cNvPr id="1" name=""/>
        <p:cNvGrpSpPr/>
        <p:nvPr/>
      </p:nvGrpSpPr>
      <p:grpSpPr>
        <a:xfrm>
          <a:off x="0" y="0"/>
          <a:ext cx="0" cy="0"/>
          <a:chOff x="0" y="0"/>
          <a:chExt cx="0" cy="0"/>
        </a:xfrm>
      </p:grpSpPr>
      <p:grpSp>
        <p:nvGrpSpPr>
          <p:cNvPr id="1580" name="GRID"/>
          <p:cNvGrpSpPr/>
          <p:nvPr/>
        </p:nvGrpSpPr>
        <p:grpSpPr>
          <a:xfrm>
            <a:off x="0" y="0"/>
            <a:ext cx="12191760" cy="6858000"/>
            <a:chOff x="0" y="0"/>
            <a:chExt cx="12191760" cy="6858000"/>
          </a:xfrm>
        </p:grpSpPr>
        <p:cxnSp>
          <p:nvCxnSpPr>
            <p:cNvPr id="1581"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582"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583" name="Straight Connector 9"/>
            <p:cNvCxnSpPr/>
            <p:nvPr/>
          </p:nvCxnSpPr>
          <p:spPr>
            <a:xfrm>
              <a:off x="0" y="585000"/>
              <a:ext cx="12189240" cy="360"/>
            </a:xfrm>
            <a:prstGeom prst="straightConnector1">
              <a:avLst/>
            </a:prstGeom>
            <a:ln w="3175">
              <a:solidFill>
                <a:srgbClr val="df45d4"/>
              </a:solidFill>
              <a:round/>
            </a:ln>
          </p:spPr>
        </p:cxnSp>
        <p:cxnSp>
          <p:nvCxnSpPr>
            <p:cNvPr id="1584" name="Straight Connector 10"/>
            <p:cNvCxnSpPr/>
            <p:nvPr/>
          </p:nvCxnSpPr>
          <p:spPr>
            <a:xfrm>
              <a:off x="0" y="6272640"/>
              <a:ext cx="12189240" cy="360"/>
            </a:xfrm>
            <a:prstGeom prst="straightConnector1">
              <a:avLst/>
            </a:prstGeom>
            <a:ln w="3175">
              <a:solidFill>
                <a:srgbClr val="df45d4"/>
              </a:solidFill>
              <a:round/>
            </a:ln>
          </p:spPr>
        </p:cxnSp>
        <p:cxnSp>
          <p:nvCxnSpPr>
            <p:cNvPr id="1585"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586"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587"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588"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589"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590"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591" name="Straight Connector 17"/>
            <p:cNvCxnSpPr/>
            <p:nvPr/>
          </p:nvCxnSpPr>
          <p:spPr>
            <a:xfrm>
              <a:off x="585000" y="0"/>
              <a:ext cx="360" cy="6858360"/>
            </a:xfrm>
            <a:prstGeom prst="straightConnector1">
              <a:avLst/>
            </a:prstGeom>
            <a:ln w="3175">
              <a:solidFill>
                <a:srgbClr val="df45d4"/>
              </a:solidFill>
              <a:round/>
            </a:ln>
          </p:spPr>
        </p:cxnSp>
        <p:cxnSp>
          <p:nvCxnSpPr>
            <p:cNvPr id="1592"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593"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594"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595"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596" name="Straight Connector 22"/>
            <p:cNvCxnSpPr/>
            <p:nvPr/>
          </p:nvCxnSpPr>
          <p:spPr>
            <a:xfrm>
              <a:off x="11606760" y="0"/>
              <a:ext cx="360" cy="6858360"/>
            </a:xfrm>
            <a:prstGeom prst="straightConnector1">
              <a:avLst/>
            </a:prstGeom>
            <a:ln w="3175">
              <a:solidFill>
                <a:srgbClr val="df45d4"/>
              </a:solidFill>
              <a:round/>
            </a:ln>
          </p:spPr>
        </p:cxnSp>
        <p:cxnSp>
          <p:nvCxnSpPr>
            <p:cNvPr id="1597"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598"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599"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600"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601"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602"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603"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604"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605"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606"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607"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608"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609"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610"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611"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612"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613"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614"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615"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616"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617"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618" name="PlaceHolder 1"/>
          <p:cNvSpPr>
            <a:spLocks noGrp="1"/>
          </p:cNvSpPr>
          <p:nvPr>
            <p:ph type="title"/>
          </p:nvPr>
        </p:nvSpPr>
        <p:spPr>
          <a:xfrm>
            <a:off x="583920" y="2880000"/>
            <a:ext cx="4161600" cy="1097640"/>
          </a:xfrm>
          <a:prstGeom prst="rect">
            <a:avLst/>
          </a:prstGeom>
          <a:noFill/>
          <a:ln w="0">
            <a:noFill/>
          </a:ln>
        </p:spPr>
        <p:txBody>
          <a:bodyPr lIns="0" rIns="0" tIns="0" bIns="0" anchor="ctr">
            <a:spAutoFit/>
          </a:bodyPr>
          <a:p>
            <a:pPr indent="0" defTabSz="932760">
              <a:lnSpc>
                <a:spcPct val="100000"/>
              </a:lnSpc>
              <a:buNone/>
            </a:pPr>
            <a:r>
              <a:rPr b="0" lang="en-US" sz="3600" spc="-48" strike="noStrike" u="none">
                <a:solidFill>
                  <a:srgbClr val="ffffff"/>
                </a:solidFill>
                <a:effectLst/>
                <a:uFillTx/>
                <a:latin typeface="Segoe UI Semibold"/>
              </a:rPr>
              <a:t>Square photo layout with Title  </a:t>
            </a:r>
            <a:endParaRPr b="0" lang="en-US" sz="3600" strike="noStrike" u="none">
              <a:solidFill>
                <a:schemeClr val="lt1"/>
              </a:solidFill>
              <a:effectLst/>
              <a:uFillTx/>
              <a:latin typeface="Segoe UI"/>
            </a:endParaRPr>
          </a:p>
        </p:txBody>
      </p:sp>
      <p:sp>
        <p:nvSpPr>
          <p:cNvPr id="1619" name="PlaceHolder 2"/>
          <p:cNvSpPr>
            <a:spLocks noGrp="1"/>
          </p:cNvSpPr>
          <p:nvPr>
            <p:ph type="body"/>
          </p:nvPr>
        </p:nvSpPr>
        <p:spPr>
          <a:xfrm>
            <a:off x="5334120" y="0"/>
            <a:ext cx="6857640" cy="6857640"/>
          </a:xfrm>
          <a:prstGeom prst="rect">
            <a:avLst/>
          </a:prstGeom>
          <a:blipFill rotWithShape="0">
            <a:blip r:embed="rId3"/>
            <a:stretch/>
          </a:blipFill>
          <a:ln w="0">
            <a:noFill/>
          </a:ln>
        </p:spPr>
        <p:txBody>
          <a:bodyPr lIns="0" rIns="0" tIns="2011680" bIns="45000" anchor="t">
            <a:noAutofit/>
          </a:bodyPr>
          <a:p>
            <a:pPr indent="0" algn="ctr" defTabSz="914400">
              <a:lnSpc>
                <a:spcPct val="100000"/>
              </a:lnSpc>
              <a:buNone/>
              <a:tabLst>
                <a:tab algn="l" pos="0"/>
              </a:tabLst>
            </a:pPr>
            <a:r>
              <a:rPr b="1" lang="en-US" sz="1600" strike="noStrike" u="none">
                <a:solidFill>
                  <a:srgbClr val="ffffff"/>
                </a:solidFill>
                <a:effectLst/>
                <a:uFillTx/>
                <a:latin typeface="Segoe UI"/>
              </a:rPr>
              <a:t>drag &amp; drop your photo here </a:t>
            </a:r>
            <a:br>
              <a:rPr sz="1600"/>
            </a:br>
            <a:r>
              <a:rPr b="1" lang="en-US" sz="1600" strike="noStrike" u="none">
                <a:solidFill>
                  <a:srgbClr val="ffffff"/>
                </a:solidFill>
                <a:effectLst/>
                <a:uFillTx/>
                <a:latin typeface="Segoe UI"/>
              </a:rPr>
              <a:t>or click or tap icon below </a:t>
            </a:r>
            <a:br>
              <a:rPr sz="1600"/>
            </a:br>
            <a:r>
              <a:rPr b="1" lang="en-US" sz="1600" strike="noStrike" u="none">
                <a:solidFill>
                  <a:srgbClr val="ffffff"/>
                </a:solidFill>
                <a:effectLst/>
                <a:uFillTx/>
                <a:latin typeface="Segoe UI"/>
              </a:rPr>
              <a:t>to insert</a:t>
            </a:r>
            <a:endParaRPr b="0" lang="en-US" sz="1600" strike="noStrike" u="none">
              <a:solidFill>
                <a:schemeClr val="lt1"/>
              </a:solidFill>
              <a:effectLst/>
              <a:uFillTx/>
              <a:latin typeface="Segoe UI Semilight"/>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7">
    <p:bg>
      <p:bgPr>
        <a:solidFill>
          <a:srgbClr val="000000"/>
        </a:solidFill>
      </p:bgPr>
    </p:bg>
    <p:spTree>
      <p:nvGrpSpPr>
        <p:cNvPr id="1" name=""/>
        <p:cNvGrpSpPr/>
        <p:nvPr/>
      </p:nvGrpSpPr>
      <p:grpSpPr>
        <a:xfrm>
          <a:off x="0" y="0"/>
          <a:ext cx="0" cy="0"/>
          <a:chOff x="0" y="0"/>
          <a:chExt cx="0" cy="0"/>
        </a:xfrm>
      </p:grpSpPr>
      <p:grpSp>
        <p:nvGrpSpPr>
          <p:cNvPr id="1620" name="GRID"/>
          <p:cNvGrpSpPr/>
          <p:nvPr/>
        </p:nvGrpSpPr>
        <p:grpSpPr>
          <a:xfrm>
            <a:off x="0" y="0"/>
            <a:ext cx="12191760" cy="6858000"/>
            <a:chOff x="0" y="0"/>
            <a:chExt cx="12191760" cy="6858000"/>
          </a:xfrm>
        </p:grpSpPr>
        <p:cxnSp>
          <p:nvCxnSpPr>
            <p:cNvPr id="1621"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622"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623" name="Straight Connector 9"/>
            <p:cNvCxnSpPr/>
            <p:nvPr/>
          </p:nvCxnSpPr>
          <p:spPr>
            <a:xfrm>
              <a:off x="0" y="585000"/>
              <a:ext cx="12189240" cy="360"/>
            </a:xfrm>
            <a:prstGeom prst="straightConnector1">
              <a:avLst/>
            </a:prstGeom>
            <a:ln w="3175">
              <a:solidFill>
                <a:srgbClr val="df45d4"/>
              </a:solidFill>
              <a:round/>
            </a:ln>
          </p:spPr>
        </p:cxnSp>
        <p:cxnSp>
          <p:nvCxnSpPr>
            <p:cNvPr id="1624" name="Straight Connector 10"/>
            <p:cNvCxnSpPr/>
            <p:nvPr/>
          </p:nvCxnSpPr>
          <p:spPr>
            <a:xfrm>
              <a:off x="0" y="6272640"/>
              <a:ext cx="12189240" cy="360"/>
            </a:xfrm>
            <a:prstGeom prst="straightConnector1">
              <a:avLst/>
            </a:prstGeom>
            <a:ln w="3175">
              <a:solidFill>
                <a:srgbClr val="df45d4"/>
              </a:solidFill>
              <a:round/>
            </a:ln>
          </p:spPr>
        </p:cxnSp>
        <p:cxnSp>
          <p:nvCxnSpPr>
            <p:cNvPr id="1625"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626"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627"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628"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629"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630"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631" name="Straight Connector 17"/>
            <p:cNvCxnSpPr/>
            <p:nvPr/>
          </p:nvCxnSpPr>
          <p:spPr>
            <a:xfrm>
              <a:off x="585000" y="0"/>
              <a:ext cx="360" cy="6858360"/>
            </a:xfrm>
            <a:prstGeom prst="straightConnector1">
              <a:avLst/>
            </a:prstGeom>
            <a:ln w="3175">
              <a:solidFill>
                <a:srgbClr val="df45d4"/>
              </a:solidFill>
              <a:round/>
            </a:ln>
          </p:spPr>
        </p:cxnSp>
        <p:cxnSp>
          <p:nvCxnSpPr>
            <p:cNvPr id="1632"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633"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634"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635"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636" name="Straight Connector 22"/>
            <p:cNvCxnSpPr/>
            <p:nvPr/>
          </p:nvCxnSpPr>
          <p:spPr>
            <a:xfrm>
              <a:off x="11606760" y="0"/>
              <a:ext cx="360" cy="6858360"/>
            </a:xfrm>
            <a:prstGeom prst="straightConnector1">
              <a:avLst/>
            </a:prstGeom>
            <a:ln w="3175">
              <a:solidFill>
                <a:srgbClr val="df45d4"/>
              </a:solidFill>
              <a:round/>
            </a:ln>
          </p:spPr>
        </p:cxnSp>
        <p:cxnSp>
          <p:nvCxnSpPr>
            <p:cNvPr id="1637"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638"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639"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640"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641"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642"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643"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644"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645"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646"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647"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648"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649"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650"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651"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652"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653"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654"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655"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656"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657"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658" name="PlaceHolder 1"/>
          <p:cNvSpPr>
            <a:spLocks noGrp="1"/>
          </p:cNvSpPr>
          <p:nvPr>
            <p:ph type="title"/>
          </p:nvPr>
        </p:nvSpPr>
        <p:spPr>
          <a:xfrm>
            <a:off x="584280" y="2981520"/>
            <a:ext cx="4160160" cy="854280"/>
          </a:xfrm>
          <a:prstGeom prst="rect">
            <a:avLst/>
          </a:prstGeom>
          <a:noFill/>
          <a:ln w="0">
            <a:noFill/>
          </a:ln>
        </p:spPr>
        <p:txBody>
          <a:bodyPr lIns="0" rIns="0" tIns="0" bIns="0" anchor="t">
            <a:spAutoFit/>
          </a:bodyPr>
          <a:p>
            <a:pPr indent="0" defTabSz="932760">
              <a:lnSpc>
                <a:spcPct val="100000"/>
              </a:lnSpc>
              <a:buNone/>
            </a:pPr>
            <a:r>
              <a:rPr b="0" lang="en-US" sz="2800" strike="noStrike" u="none">
                <a:solidFill>
                  <a:srgbClr val="ffffff"/>
                </a:solidFill>
                <a:effectLst/>
                <a:uFillTx/>
                <a:latin typeface="Segoe UI Semibold"/>
              </a:rPr>
              <a:t>Square photo layout with smaller text</a:t>
            </a:r>
            <a:endParaRPr b="0" lang="en-US" sz="2800" strike="noStrike" u="none">
              <a:solidFill>
                <a:schemeClr val="lt1"/>
              </a:solidFill>
              <a:effectLst/>
              <a:uFillTx/>
              <a:latin typeface="Segoe UI"/>
            </a:endParaRPr>
          </a:p>
        </p:txBody>
      </p:sp>
      <p:sp>
        <p:nvSpPr>
          <p:cNvPr id="1659" name="PlaceHolder 2"/>
          <p:cNvSpPr>
            <a:spLocks noGrp="1"/>
          </p:cNvSpPr>
          <p:nvPr>
            <p:ph type="body"/>
          </p:nvPr>
        </p:nvSpPr>
        <p:spPr>
          <a:xfrm>
            <a:off x="5334120" y="0"/>
            <a:ext cx="6857640" cy="6857640"/>
          </a:xfrm>
          <a:prstGeom prst="rect">
            <a:avLst/>
          </a:prstGeom>
          <a:blipFill rotWithShape="0">
            <a:blip r:embed="rId3"/>
            <a:stretch/>
          </a:blipFill>
          <a:ln w="0">
            <a:noFill/>
          </a:ln>
        </p:spPr>
        <p:txBody>
          <a:bodyPr lIns="0" rIns="0" tIns="2011680" bIns="45000" anchor="t">
            <a:noAutofit/>
          </a:bodyPr>
          <a:p>
            <a:pPr indent="0" algn="ctr" defTabSz="914400">
              <a:lnSpc>
                <a:spcPct val="100000"/>
              </a:lnSpc>
              <a:buNone/>
              <a:tabLst>
                <a:tab algn="l" pos="0"/>
              </a:tabLst>
            </a:pPr>
            <a:r>
              <a:rPr b="1" lang="en-US" sz="1600" strike="noStrike" u="none">
                <a:solidFill>
                  <a:srgbClr val="ffffff"/>
                </a:solidFill>
                <a:effectLst/>
                <a:uFillTx/>
                <a:latin typeface="Segoe UI"/>
              </a:rPr>
              <a:t>drag &amp; drop your photo here </a:t>
            </a:r>
            <a:br>
              <a:rPr sz="1600"/>
            </a:br>
            <a:r>
              <a:rPr b="1" lang="en-US" sz="1600" strike="noStrike" u="none">
                <a:solidFill>
                  <a:srgbClr val="ffffff"/>
                </a:solidFill>
                <a:effectLst/>
                <a:uFillTx/>
                <a:latin typeface="Segoe UI"/>
              </a:rPr>
              <a:t>or click or tap icon below </a:t>
            </a:r>
            <a:br>
              <a:rPr sz="1600"/>
            </a:br>
            <a:r>
              <a:rPr b="1" lang="en-US" sz="1600" strike="noStrike" u="none">
                <a:solidFill>
                  <a:srgbClr val="ffffff"/>
                </a:solidFill>
                <a:effectLst/>
                <a:uFillTx/>
                <a:latin typeface="Segoe UI"/>
              </a:rPr>
              <a:t>to insert</a:t>
            </a:r>
            <a:endParaRPr b="0" lang="en-US" sz="1600" strike="noStrike" u="none">
              <a:solidFill>
                <a:schemeClr val="lt1"/>
              </a:solidFill>
              <a:effectLst/>
              <a:uFillTx/>
              <a:latin typeface="Segoe UI Semilight"/>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8">
    <p:bg>
      <p:bgPr>
        <a:solidFill>
          <a:srgbClr val="000000"/>
        </a:solidFill>
      </p:bgPr>
    </p:bg>
    <p:spTree>
      <p:nvGrpSpPr>
        <p:cNvPr id="1" name=""/>
        <p:cNvGrpSpPr/>
        <p:nvPr/>
      </p:nvGrpSpPr>
      <p:grpSpPr>
        <a:xfrm>
          <a:off x="0" y="0"/>
          <a:ext cx="0" cy="0"/>
          <a:chOff x="0" y="0"/>
          <a:chExt cx="0" cy="0"/>
        </a:xfrm>
      </p:grpSpPr>
      <p:grpSp>
        <p:nvGrpSpPr>
          <p:cNvPr id="1660" name="GRID"/>
          <p:cNvGrpSpPr/>
          <p:nvPr/>
        </p:nvGrpSpPr>
        <p:grpSpPr>
          <a:xfrm>
            <a:off x="0" y="0"/>
            <a:ext cx="12191760" cy="6858000"/>
            <a:chOff x="0" y="0"/>
            <a:chExt cx="12191760" cy="6858000"/>
          </a:xfrm>
        </p:grpSpPr>
        <p:cxnSp>
          <p:nvCxnSpPr>
            <p:cNvPr id="1661"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662"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663" name="Straight Connector 9"/>
            <p:cNvCxnSpPr/>
            <p:nvPr/>
          </p:nvCxnSpPr>
          <p:spPr>
            <a:xfrm>
              <a:off x="0" y="585000"/>
              <a:ext cx="12189240" cy="360"/>
            </a:xfrm>
            <a:prstGeom prst="straightConnector1">
              <a:avLst/>
            </a:prstGeom>
            <a:ln w="3175">
              <a:solidFill>
                <a:srgbClr val="df45d4"/>
              </a:solidFill>
              <a:round/>
            </a:ln>
          </p:spPr>
        </p:cxnSp>
        <p:cxnSp>
          <p:nvCxnSpPr>
            <p:cNvPr id="1664" name="Straight Connector 10"/>
            <p:cNvCxnSpPr/>
            <p:nvPr/>
          </p:nvCxnSpPr>
          <p:spPr>
            <a:xfrm>
              <a:off x="0" y="6272640"/>
              <a:ext cx="12189240" cy="360"/>
            </a:xfrm>
            <a:prstGeom prst="straightConnector1">
              <a:avLst/>
            </a:prstGeom>
            <a:ln w="3175">
              <a:solidFill>
                <a:srgbClr val="df45d4"/>
              </a:solidFill>
              <a:round/>
            </a:ln>
          </p:spPr>
        </p:cxnSp>
        <p:cxnSp>
          <p:nvCxnSpPr>
            <p:cNvPr id="1665"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666"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667"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668"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669"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670"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671" name="Straight Connector 17"/>
            <p:cNvCxnSpPr/>
            <p:nvPr/>
          </p:nvCxnSpPr>
          <p:spPr>
            <a:xfrm>
              <a:off x="585000" y="0"/>
              <a:ext cx="360" cy="6858360"/>
            </a:xfrm>
            <a:prstGeom prst="straightConnector1">
              <a:avLst/>
            </a:prstGeom>
            <a:ln w="3175">
              <a:solidFill>
                <a:srgbClr val="df45d4"/>
              </a:solidFill>
              <a:round/>
            </a:ln>
          </p:spPr>
        </p:cxnSp>
        <p:cxnSp>
          <p:nvCxnSpPr>
            <p:cNvPr id="1672"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673"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674"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675"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676" name="Straight Connector 22"/>
            <p:cNvCxnSpPr/>
            <p:nvPr/>
          </p:nvCxnSpPr>
          <p:spPr>
            <a:xfrm>
              <a:off x="11606760" y="0"/>
              <a:ext cx="360" cy="6858360"/>
            </a:xfrm>
            <a:prstGeom prst="straightConnector1">
              <a:avLst/>
            </a:prstGeom>
            <a:ln w="3175">
              <a:solidFill>
                <a:srgbClr val="df45d4"/>
              </a:solidFill>
              <a:round/>
            </a:ln>
          </p:spPr>
        </p:cxnSp>
        <p:cxnSp>
          <p:nvCxnSpPr>
            <p:cNvPr id="1677"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678"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679"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680"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681"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682"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683"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684"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685"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686"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687"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688"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689"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690"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691"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692"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693"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694"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695"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696"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697"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698" name="PlaceHolder 1"/>
          <p:cNvSpPr>
            <a:spLocks noGrp="1"/>
          </p:cNvSpPr>
          <p:nvPr>
            <p:ph type="title"/>
          </p:nvPr>
        </p:nvSpPr>
        <p:spPr>
          <a:xfrm>
            <a:off x="585360" y="29347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chemeClr val="lt1"/>
                </a:solidFill>
                <a:effectLst/>
                <a:uFillTx/>
                <a:latin typeface="Segoe UI Semibold"/>
              </a:rPr>
              <a:t>Demo title</a:t>
            </a:r>
            <a:endParaRPr b="0" lang="en-US" sz="3600" strike="noStrike" u="none">
              <a:solidFill>
                <a:schemeClr val="lt1"/>
              </a:solidFill>
              <a:effectLst/>
              <a:uFillTx/>
              <a:latin typeface="Segoe UI"/>
            </a:endParaRPr>
          </a:p>
        </p:txBody>
      </p:sp>
      <p:sp>
        <p:nvSpPr>
          <p:cNvPr id="1699" name="PlaceHolder 2"/>
          <p:cNvSpPr>
            <a:spLocks noGrp="1"/>
          </p:cNvSpPr>
          <p:nvPr>
            <p:ph type="body"/>
          </p:nvPr>
        </p:nvSpPr>
        <p:spPr>
          <a:xfrm>
            <a:off x="599400" y="3605400"/>
            <a:ext cx="914364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chemeClr val="lt1"/>
                </a:solidFill>
                <a:effectLst/>
                <a:uFillTx/>
                <a:latin typeface="Segoe UI"/>
              </a:rPr>
              <a:t>Speaker name</a:t>
            </a:r>
            <a:endParaRPr b="0" lang="en-US" sz="2000" strike="noStrike" u="none">
              <a:solidFill>
                <a:schemeClr val="lt1"/>
              </a:solidFill>
              <a:effectLst/>
              <a:uFillTx/>
              <a:latin typeface="Segoe UI Semilight"/>
            </a:endParaRPr>
          </a:p>
        </p:txBody>
      </p:sp>
      <p:pic>
        <p:nvPicPr>
          <p:cNvPr id="1700" name="Picture 4" descr=""/>
          <p:cNvPicPr/>
          <p:nvPr/>
        </p:nvPicPr>
        <p:blipFill>
          <a:blip r:embed="rId3"/>
          <a:srcRect l="494" t="0" r="9553" b="6009"/>
          <a:stretch/>
        </p:blipFill>
        <p:spPr>
          <a:xfrm>
            <a:off x="0" y="2184840"/>
            <a:ext cx="12191760" cy="4672800"/>
          </a:xfrm>
          <a:prstGeom prst="rect">
            <a:avLst/>
          </a:prstGeom>
          <a:noFill/>
          <a:ln w="0">
            <a:noFill/>
          </a:ln>
        </p:spPr>
      </p:pic>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
    <p:bg>
      <p:bgPr>
        <a:solidFill>
          <a:srgbClr val="000000"/>
        </a:solidFill>
      </p:bgPr>
    </p:bg>
    <p:spTree>
      <p:nvGrpSpPr>
        <p:cNvPr id="1" name=""/>
        <p:cNvGrpSpPr/>
        <p:nvPr/>
      </p:nvGrpSpPr>
      <p:grpSpPr>
        <a:xfrm>
          <a:off x="0" y="0"/>
          <a:ext cx="0" cy="0"/>
          <a:chOff x="0" y="0"/>
          <a:chExt cx="0" cy="0"/>
        </a:xfrm>
      </p:grpSpPr>
      <p:grpSp>
        <p:nvGrpSpPr>
          <p:cNvPr id="1701" name="GRID"/>
          <p:cNvGrpSpPr/>
          <p:nvPr/>
        </p:nvGrpSpPr>
        <p:grpSpPr>
          <a:xfrm>
            <a:off x="0" y="0"/>
            <a:ext cx="12191760" cy="6858000"/>
            <a:chOff x="0" y="0"/>
            <a:chExt cx="12191760" cy="6858000"/>
          </a:xfrm>
        </p:grpSpPr>
        <p:cxnSp>
          <p:nvCxnSpPr>
            <p:cNvPr id="1702"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703"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704" name="Straight Connector 9"/>
            <p:cNvCxnSpPr/>
            <p:nvPr/>
          </p:nvCxnSpPr>
          <p:spPr>
            <a:xfrm>
              <a:off x="0" y="585000"/>
              <a:ext cx="12189240" cy="360"/>
            </a:xfrm>
            <a:prstGeom prst="straightConnector1">
              <a:avLst/>
            </a:prstGeom>
            <a:ln w="3175">
              <a:solidFill>
                <a:srgbClr val="df45d4"/>
              </a:solidFill>
              <a:round/>
            </a:ln>
          </p:spPr>
        </p:cxnSp>
        <p:cxnSp>
          <p:nvCxnSpPr>
            <p:cNvPr id="1705" name="Straight Connector 10"/>
            <p:cNvCxnSpPr/>
            <p:nvPr/>
          </p:nvCxnSpPr>
          <p:spPr>
            <a:xfrm>
              <a:off x="0" y="6272640"/>
              <a:ext cx="12189240" cy="360"/>
            </a:xfrm>
            <a:prstGeom prst="straightConnector1">
              <a:avLst/>
            </a:prstGeom>
            <a:ln w="3175">
              <a:solidFill>
                <a:srgbClr val="df45d4"/>
              </a:solidFill>
              <a:round/>
            </a:ln>
          </p:spPr>
        </p:cxnSp>
        <p:cxnSp>
          <p:nvCxnSpPr>
            <p:cNvPr id="1706"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707"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708"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709"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710"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711"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712" name="Straight Connector 17"/>
            <p:cNvCxnSpPr/>
            <p:nvPr/>
          </p:nvCxnSpPr>
          <p:spPr>
            <a:xfrm>
              <a:off x="585000" y="0"/>
              <a:ext cx="360" cy="6858360"/>
            </a:xfrm>
            <a:prstGeom prst="straightConnector1">
              <a:avLst/>
            </a:prstGeom>
            <a:ln w="3175">
              <a:solidFill>
                <a:srgbClr val="df45d4"/>
              </a:solidFill>
              <a:round/>
            </a:ln>
          </p:spPr>
        </p:cxnSp>
        <p:cxnSp>
          <p:nvCxnSpPr>
            <p:cNvPr id="1713"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714"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715"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716"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717" name="Straight Connector 22"/>
            <p:cNvCxnSpPr/>
            <p:nvPr/>
          </p:nvCxnSpPr>
          <p:spPr>
            <a:xfrm>
              <a:off x="11606760" y="0"/>
              <a:ext cx="360" cy="6858360"/>
            </a:xfrm>
            <a:prstGeom prst="straightConnector1">
              <a:avLst/>
            </a:prstGeom>
            <a:ln w="3175">
              <a:solidFill>
                <a:srgbClr val="df45d4"/>
              </a:solidFill>
              <a:round/>
            </a:ln>
          </p:spPr>
        </p:cxnSp>
        <p:cxnSp>
          <p:nvCxnSpPr>
            <p:cNvPr id="1718"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719"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720"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721"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722"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723"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724"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725"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726"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727"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728"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729"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730"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731"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732"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733"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734"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735"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736"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737"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738"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739"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ffffff"/>
                </a:solidFill>
                <a:effectLst/>
                <a:uFillTx/>
                <a:latin typeface="Segoe UI Semibold"/>
              </a:rPr>
              <a:t>Video</a:t>
            </a:r>
            <a:endParaRPr b="0" lang="en-US" sz="3600" strike="noStrike" u="none">
              <a:solidFill>
                <a:schemeClr val="lt1"/>
              </a:solidFill>
              <a:effectLst/>
              <a:uFillTx/>
              <a:latin typeface="Segoe UI"/>
            </a:endParaRPr>
          </a:p>
        </p:txBody>
      </p:sp>
      <p:pic>
        <p:nvPicPr>
          <p:cNvPr id="1740" name="Picture 5" descr=""/>
          <p:cNvPicPr/>
          <p:nvPr/>
        </p:nvPicPr>
        <p:blipFill>
          <a:blip r:embed="rId3"/>
          <a:srcRect l="494" t="0" r="9553" b="6009"/>
          <a:stretch/>
        </p:blipFill>
        <p:spPr>
          <a:xfrm>
            <a:off x="0" y="2184840"/>
            <a:ext cx="12191760" cy="4672800"/>
          </a:xfrm>
          <a:prstGeom prst="rect">
            <a:avLst/>
          </a:prstGeom>
          <a:noFill/>
          <a:ln w="0">
            <a:noFill/>
          </a:ln>
        </p:spPr>
      </p:pic>
      <p:sp>
        <p:nvSpPr>
          <p:cNvPr id="174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2800" strike="noStrike" u="none">
                <a:solidFill>
                  <a:schemeClr val="lt1"/>
                </a:solidFill>
                <a:effectLst/>
                <a:uFillTx/>
                <a:latin typeface="Segoe UI Semilight"/>
              </a:rPr>
              <a:t>Click to edit the outline text format</a:t>
            </a:r>
            <a:endParaRPr b="0" lang="en-US" sz="2800" strike="noStrike" u="none">
              <a:solidFill>
                <a:schemeClr val="lt1"/>
              </a:solidFill>
              <a:effectLst/>
              <a:uFillTx/>
              <a:latin typeface="Segoe UI Semilight"/>
            </a:endParaRPr>
          </a:p>
          <a:p>
            <a:pPr lvl="1" marL="864000" indent="-324000">
              <a:spcBef>
                <a:spcPts val="1134"/>
              </a:spcBef>
              <a:buClr>
                <a:srgbClr val="ffffff"/>
              </a:buClr>
              <a:buSzPct val="75000"/>
              <a:buFont typeface="Symbol" charset="2"/>
              <a:buChar char=""/>
            </a:pPr>
            <a:r>
              <a:rPr b="0" lang="en-US" sz="1600" strike="noStrike" u="none">
                <a:solidFill>
                  <a:schemeClr val="lt1"/>
                </a:solidFill>
                <a:effectLst/>
                <a:uFillTx/>
                <a:latin typeface="Segoe UI"/>
              </a:rPr>
              <a:t>Second Outline Level</a:t>
            </a:r>
            <a:endParaRPr b="0" lang="en-US" sz="1600" strike="noStrike" u="none">
              <a:solidFill>
                <a:schemeClr val="lt1"/>
              </a:solidFill>
              <a:effectLst/>
              <a:uFillTx/>
              <a:latin typeface="Segoe UI"/>
            </a:endParaRPr>
          </a:p>
          <a:p>
            <a:pPr lvl="2" marL="1296000" indent="-288000">
              <a:spcBef>
                <a:spcPts val="850"/>
              </a:spcBef>
              <a:buClr>
                <a:srgbClr val="ffffff"/>
              </a:buClr>
              <a:buSzPct val="45000"/>
              <a:buFont typeface="Wingdings" charset="2"/>
              <a:buChar char=""/>
            </a:pPr>
            <a:r>
              <a:rPr b="0" lang="en-US" sz="1400" strike="noStrike" u="none">
                <a:solidFill>
                  <a:schemeClr val="lt1"/>
                </a:solidFill>
                <a:effectLst/>
                <a:uFillTx/>
                <a:latin typeface="Segoe UI"/>
              </a:rPr>
              <a:t>Third Outline Level</a:t>
            </a:r>
            <a:endParaRPr b="0" lang="en-US" sz="1400" strike="noStrike" u="none">
              <a:solidFill>
                <a:schemeClr val="lt1"/>
              </a:solidFill>
              <a:effectLst/>
              <a:uFillTx/>
              <a:latin typeface="Segoe UI"/>
            </a:endParaRPr>
          </a:p>
          <a:p>
            <a:pPr lvl="3" marL="1728000" indent="-216000">
              <a:spcBef>
                <a:spcPts val="567"/>
              </a:spcBef>
              <a:buClr>
                <a:srgbClr val="ffffff"/>
              </a:buClr>
              <a:buSzPct val="75000"/>
              <a:buFont typeface="Symbol" charset="2"/>
              <a:buChar char=""/>
            </a:pPr>
            <a:r>
              <a:rPr b="0" lang="en-US" sz="1400" strike="noStrike" u="none">
                <a:solidFill>
                  <a:schemeClr val="lt1"/>
                </a:solidFill>
                <a:effectLst/>
                <a:uFillTx/>
                <a:latin typeface="Segoe UI"/>
              </a:rPr>
              <a:t>Fourth Outline Level</a:t>
            </a:r>
            <a:endParaRPr b="0" lang="en-US" sz="1400" strike="noStrike" u="none">
              <a:solidFill>
                <a:schemeClr val="lt1"/>
              </a:solidFill>
              <a:effectLst/>
              <a:uFillTx/>
              <a:latin typeface="Segoe UI"/>
            </a:endParaRPr>
          </a:p>
          <a:p>
            <a:pPr lvl="4" marL="2160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Fifth Outline Level</a:t>
            </a:r>
            <a:endParaRPr b="0" lang="en-US" sz="2000" strike="noStrike" u="none">
              <a:solidFill>
                <a:schemeClr val="lt1"/>
              </a:solidFill>
              <a:effectLst/>
              <a:uFillTx/>
              <a:latin typeface="Segoe UI"/>
            </a:endParaRPr>
          </a:p>
          <a:p>
            <a:pPr lvl="5" marL="2592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Sixth Outline Level</a:t>
            </a:r>
            <a:endParaRPr b="0" lang="en-US" sz="2000" strike="noStrike" u="none">
              <a:solidFill>
                <a:schemeClr val="lt1"/>
              </a:solidFill>
              <a:effectLst/>
              <a:uFillTx/>
              <a:latin typeface="Segoe UI"/>
            </a:endParaRPr>
          </a:p>
          <a:p>
            <a:pPr lvl="6" marL="3024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Seventh Outline Level</a:t>
            </a:r>
            <a:endParaRPr b="0" lang="en-US" sz="2000" strike="noStrike" u="none">
              <a:solidFill>
                <a:schemeClr val="lt1"/>
              </a:solidFill>
              <a:effectLst/>
              <a:uFillTx/>
              <a:latin typeface="Segoe UI"/>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0">
    <p:bg>
      <p:bgPr>
        <a:solidFill>
          <a:srgbClr val="000000"/>
        </a:solidFill>
      </p:bgPr>
    </p:bg>
    <p:spTree>
      <p:nvGrpSpPr>
        <p:cNvPr id="1" name=""/>
        <p:cNvGrpSpPr/>
        <p:nvPr/>
      </p:nvGrpSpPr>
      <p:grpSpPr>
        <a:xfrm>
          <a:off x="0" y="0"/>
          <a:ext cx="0" cy="0"/>
          <a:chOff x="0" y="0"/>
          <a:chExt cx="0" cy="0"/>
        </a:xfrm>
      </p:grpSpPr>
      <p:grpSp>
        <p:nvGrpSpPr>
          <p:cNvPr id="1742" name="GRID"/>
          <p:cNvGrpSpPr/>
          <p:nvPr/>
        </p:nvGrpSpPr>
        <p:grpSpPr>
          <a:xfrm>
            <a:off x="0" y="0"/>
            <a:ext cx="12191760" cy="6858000"/>
            <a:chOff x="0" y="0"/>
            <a:chExt cx="12191760" cy="6858000"/>
          </a:xfrm>
        </p:grpSpPr>
        <p:cxnSp>
          <p:nvCxnSpPr>
            <p:cNvPr id="174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74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745" name="Straight Connector 9"/>
            <p:cNvCxnSpPr/>
            <p:nvPr/>
          </p:nvCxnSpPr>
          <p:spPr>
            <a:xfrm>
              <a:off x="0" y="585000"/>
              <a:ext cx="12189240" cy="360"/>
            </a:xfrm>
            <a:prstGeom prst="straightConnector1">
              <a:avLst/>
            </a:prstGeom>
            <a:ln w="3175">
              <a:solidFill>
                <a:srgbClr val="df45d4"/>
              </a:solidFill>
              <a:round/>
            </a:ln>
          </p:spPr>
        </p:cxnSp>
        <p:cxnSp>
          <p:nvCxnSpPr>
            <p:cNvPr id="1746" name="Straight Connector 10"/>
            <p:cNvCxnSpPr/>
            <p:nvPr/>
          </p:nvCxnSpPr>
          <p:spPr>
            <a:xfrm>
              <a:off x="0" y="6272640"/>
              <a:ext cx="12189240" cy="360"/>
            </a:xfrm>
            <a:prstGeom prst="straightConnector1">
              <a:avLst/>
            </a:prstGeom>
            <a:ln w="3175">
              <a:solidFill>
                <a:srgbClr val="df45d4"/>
              </a:solidFill>
              <a:round/>
            </a:ln>
          </p:spPr>
        </p:cxnSp>
        <p:cxnSp>
          <p:nvCxnSpPr>
            <p:cNvPr id="174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74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74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75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75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75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753" name="Straight Connector 17"/>
            <p:cNvCxnSpPr/>
            <p:nvPr/>
          </p:nvCxnSpPr>
          <p:spPr>
            <a:xfrm>
              <a:off x="585000" y="0"/>
              <a:ext cx="360" cy="6858360"/>
            </a:xfrm>
            <a:prstGeom prst="straightConnector1">
              <a:avLst/>
            </a:prstGeom>
            <a:ln w="3175">
              <a:solidFill>
                <a:srgbClr val="df45d4"/>
              </a:solidFill>
              <a:round/>
            </a:ln>
          </p:spPr>
        </p:cxnSp>
        <p:cxnSp>
          <p:nvCxnSpPr>
            <p:cNvPr id="175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75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75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75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758" name="Straight Connector 22"/>
            <p:cNvCxnSpPr/>
            <p:nvPr/>
          </p:nvCxnSpPr>
          <p:spPr>
            <a:xfrm>
              <a:off x="11606760" y="0"/>
              <a:ext cx="360" cy="6858360"/>
            </a:xfrm>
            <a:prstGeom prst="straightConnector1">
              <a:avLst/>
            </a:prstGeom>
            <a:ln w="3175">
              <a:solidFill>
                <a:srgbClr val="df45d4"/>
              </a:solidFill>
              <a:round/>
            </a:ln>
          </p:spPr>
        </p:cxnSp>
        <p:cxnSp>
          <p:nvCxnSpPr>
            <p:cNvPr id="175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76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76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76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76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76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76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76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76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76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76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77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77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77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77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77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77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77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777"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778"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77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780"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chemeClr val="lt1"/>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1781"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chemeClr val="lt1"/>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1782" name="Picture 7" descr=""/>
          <p:cNvPicPr/>
          <p:nvPr/>
        </p:nvPicPr>
        <p:blipFill>
          <a:blip r:embed="rId3"/>
          <a:srcRect l="25667" t="0" r="8654" b="9963"/>
          <a:stretch/>
        </p:blipFill>
        <p:spPr>
          <a:xfrm>
            <a:off x="0" y="727200"/>
            <a:ext cx="12191760" cy="6130440"/>
          </a:xfrm>
          <a:prstGeom prst="rect">
            <a:avLst/>
          </a:prstGeom>
          <a:noFill/>
          <a:ln w="0">
            <a:noFill/>
          </a:ln>
        </p:spPr>
      </p:pic>
      <p:pic>
        <p:nvPicPr>
          <p:cNvPr id="1783" name="Picture 6"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1">
    <p:bg>
      <p:bgPr>
        <a:solidFill>
          <a:srgbClr val="000000"/>
        </a:solidFill>
      </p:bgPr>
    </p:bg>
    <p:spTree>
      <p:nvGrpSpPr>
        <p:cNvPr id="1" name=""/>
        <p:cNvGrpSpPr/>
        <p:nvPr/>
      </p:nvGrpSpPr>
      <p:grpSpPr>
        <a:xfrm>
          <a:off x="0" y="0"/>
          <a:ext cx="0" cy="0"/>
          <a:chOff x="0" y="0"/>
          <a:chExt cx="0" cy="0"/>
        </a:xfrm>
      </p:grpSpPr>
      <p:grpSp>
        <p:nvGrpSpPr>
          <p:cNvPr id="1784" name="GRID"/>
          <p:cNvGrpSpPr/>
          <p:nvPr/>
        </p:nvGrpSpPr>
        <p:grpSpPr>
          <a:xfrm>
            <a:off x="0" y="0"/>
            <a:ext cx="12191760" cy="6858000"/>
            <a:chOff x="0" y="0"/>
            <a:chExt cx="12191760" cy="6858000"/>
          </a:xfrm>
        </p:grpSpPr>
        <p:cxnSp>
          <p:nvCxnSpPr>
            <p:cNvPr id="1785"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786"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787" name="Straight Connector 9"/>
            <p:cNvCxnSpPr/>
            <p:nvPr/>
          </p:nvCxnSpPr>
          <p:spPr>
            <a:xfrm>
              <a:off x="0" y="585000"/>
              <a:ext cx="12189240" cy="360"/>
            </a:xfrm>
            <a:prstGeom prst="straightConnector1">
              <a:avLst/>
            </a:prstGeom>
            <a:ln w="3175">
              <a:solidFill>
                <a:srgbClr val="df45d4"/>
              </a:solidFill>
              <a:round/>
            </a:ln>
          </p:spPr>
        </p:cxnSp>
        <p:cxnSp>
          <p:nvCxnSpPr>
            <p:cNvPr id="1788" name="Straight Connector 10"/>
            <p:cNvCxnSpPr/>
            <p:nvPr/>
          </p:nvCxnSpPr>
          <p:spPr>
            <a:xfrm>
              <a:off x="0" y="6272640"/>
              <a:ext cx="12189240" cy="360"/>
            </a:xfrm>
            <a:prstGeom prst="straightConnector1">
              <a:avLst/>
            </a:prstGeom>
            <a:ln w="3175">
              <a:solidFill>
                <a:srgbClr val="df45d4"/>
              </a:solidFill>
              <a:round/>
            </a:ln>
          </p:spPr>
        </p:cxnSp>
        <p:cxnSp>
          <p:nvCxnSpPr>
            <p:cNvPr id="1789"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790"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791"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792"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793"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794"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795" name="Straight Connector 17"/>
            <p:cNvCxnSpPr/>
            <p:nvPr/>
          </p:nvCxnSpPr>
          <p:spPr>
            <a:xfrm>
              <a:off x="585000" y="0"/>
              <a:ext cx="360" cy="6858360"/>
            </a:xfrm>
            <a:prstGeom prst="straightConnector1">
              <a:avLst/>
            </a:prstGeom>
            <a:ln w="3175">
              <a:solidFill>
                <a:srgbClr val="df45d4"/>
              </a:solidFill>
              <a:round/>
            </a:ln>
          </p:spPr>
        </p:cxnSp>
        <p:cxnSp>
          <p:nvCxnSpPr>
            <p:cNvPr id="1796"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797"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798"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799"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800" name="Straight Connector 22"/>
            <p:cNvCxnSpPr/>
            <p:nvPr/>
          </p:nvCxnSpPr>
          <p:spPr>
            <a:xfrm>
              <a:off x="11606760" y="0"/>
              <a:ext cx="360" cy="6858360"/>
            </a:xfrm>
            <a:prstGeom prst="straightConnector1">
              <a:avLst/>
            </a:prstGeom>
            <a:ln w="3175">
              <a:solidFill>
                <a:srgbClr val="df45d4"/>
              </a:solidFill>
              <a:round/>
            </a:ln>
          </p:spPr>
        </p:cxnSp>
        <p:cxnSp>
          <p:nvCxnSpPr>
            <p:cNvPr id="1801"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802"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803"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804"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805"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806"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807"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808"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809"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810"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811"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812"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813"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814"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815"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816"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817"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818"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819"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820"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821"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822"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ffffff"/>
                </a:solidFill>
                <a:effectLst/>
                <a:uFillTx/>
                <a:latin typeface="Segoe UI Semibold"/>
              </a:rPr>
              <a:t>Section title</a:t>
            </a:r>
            <a:endParaRPr b="0" lang="en-US" sz="3600" strike="noStrike" u="none">
              <a:solidFill>
                <a:schemeClr val="lt1"/>
              </a:solidFill>
              <a:effectLst/>
              <a:uFillTx/>
              <a:latin typeface="Segoe UI"/>
            </a:endParaRPr>
          </a:p>
        </p:txBody>
      </p:sp>
      <p:pic>
        <p:nvPicPr>
          <p:cNvPr id="1823" name="Picture 4" descr=""/>
          <p:cNvPicPr/>
          <p:nvPr/>
        </p:nvPicPr>
        <p:blipFill>
          <a:blip r:embed="rId3"/>
          <a:srcRect l="494" t="0" r="9553" b="6009"/>
          <a:stretch/>
        </p:blipFill>
        <p:spPr>
          <a:xfrm>
            <a:off x="0" y="2184840"/>
            <a:ext cx="12191760" cy="4672800"/>
          </a:xfrm>
          <a:prstGeom prst="rect">
            <a:avLst/>
          </a:prstGeom>
          <a:noFill/>
          <a:ln w="0">
            <a:noFill/>
          </a:ln>
        </p:spPr>
      </p:pic>
      <p:sp>
        <p:nvSpPr>
          <p:cNvPr id="182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2800" strike="noStrike" u="none">
                <a:solidFill>
                  <a:schemeClr val="lt1"/>
                </a:solidFill>
                <a:effectLst/>
                <a:uFillTx/>
                <a:latin typeface="Segoe UI Semilight"/>
              </a:rPr>
              <a:t>Click to edit the outline text format</a:t>
            </a:r>
            <a:endParaRPr b="0" lang="en-US" sz="2800" strike="noStrike" u="none">
              <a:solidFill>
                <a:schemeClr val="lt1"/>
              </a:solidFill>
              <a:effectLst/>
              <a:uFillTx/>
              <a:latin typeface="Segoe UI Semilight"/>
            </a:endParaRPr>
          </a:p>
          <a:p>
            <a:pPr lvl="1" marL="864000" indent="-324000">
              <a:spcBef>
                <a:spcPts val="1134"/>
              </a:spcBef>
              <a:buClr>
                <a:srgbClr val="ffffff"/>
              </a:buClr>
              <a:buSzPct val="75000"/>
              <a:buFont typeface="Symbol" charset="2"/>
              <a:buChar char=""/>
            </a:pPr>
            <a:r>
              <a:rPr b="0" lang="en-US" sz="1600" strike="noStrike" u="none">
                <a:solidFill>
                  <a:schemeClr val="lt1"/>
                </a:solidFill>
                <a:effectLst/>
                <a:uFillTx/>
                <a:latin typeface="Segoe UI"/>
              </a:rPr>
              <a:t>Second Outline Level</a:t>
            </a:r>
            <a:endParaRPr b="0" lang="en-US" sz="1600" strike="noStrike" u="none">
              <a:solidFill>
                <a:schemeClr val="lt1"/>
              </a:solidFill>
              <a:effectLst/>
              <a:uFillTx/>
              <a:latin typeface="Segoe UI"/>
            </a:endParaRPr>
          </a:p>
          <a:p>
            <a:pPr lvl="2" marL="1296000" indent="-288000">
              <a:spcBef>
                <a:spcPts val="850"/>
              </a:spcBef>
              <a:buClr>
                <a:srgbClr val="ffffff"/>
              </a:buClr>
              <a:buSzPct val="45000"/>
              <a:buFont typeface="Wingdings" charset="2"/>
              <a:buChar char=""/>
            </a:pPr>
            <a:r>
              <a:rPr b="0" lang="en-US" sz="1400" strike="noStrike" u="none">
                <a:solidFill>
                  <a:schemeClr val="lt1"/>
                </a:solidFill>
                <a:effectLst/>
                <a:uFillTx/>
                <a:latin typeface="Segoe UI"/>
              </a:rPr>
              <a:t>Third Outline Level</a:t>
            </a:r>
            <a:endParaRPr b="0" lang="en-US" sz="1400" strike="noStrike" u="none">
              <a:solidFill>
                <a:schemeClr val="lt1"/>
              </a:solidFill>
              <a:effectLst/>
              <a:uFillTx/>
              <a:latin typeface="Segoe UI"/>
            </a:endParaRPr>
          </a:p>
          <a:p>
            <a:pPr lvl="3" marL="1728000" indent="-216000">
              <a:spcBef>
                <a:spcPts val="567"/>
              </a:spcBef>
              <a:buClr>
                <a:srgbClr val="ffffff"/>
              </a:buClr>
              <a:buSzPct val="75000"/>
              <a:buFont typeface="Symbol" charset="2"/>
              <a:buChar char=""/>
            </a:pPr>
            <a:r>
              <a:rPr b="0" lang="en-US" sz="1400" strike="noStrike" u="none">
                <a:solidFill>
                  <a:schemeClr val="lt1"/>
                </a:solidFill>
                <a:effectLst/>
                <a:uFillTx/>
                <a:latin typeface="Segoe UI"/>
              </a:rPr>
              <a:t>Fourth Outline Level</a:t>
            </a:r>
            <a:endParaRPr b="0" lang="en-US" sz="1400" strike="noStrike" u="none">
              <a:solidFill>
                <a:schemeClr val="lt1"/>
              </a:solidFill>
              <a:effectLst/>
              <a:uFillTx/>
              <a:latin typeface="Segoe UI"/>
            </a:endParaRPr>
          </a:p>
          <a:p>
            <a:pPr lvl="4" marL="2160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Fifth Outline Level</a:t>
            </a:r>
            <a:endParaRPr b="0" lang="en-US" sz="2000" strike="noStrike" u="none">
              <a:solidFill>
                <a:schemeClr val="lt1"/>
              </a:solidFill>
              <a:effectLst/>
              <a:uFillTx/>
              <a:latin typeface="Segoe UI"/>
            </a:endParaRPr>
          </a:p>
          <a:p>
            <a:pPr lvl="5" marL="2592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Sixth Outline Level</a:t>
            </a:r>
            <a:endParaRPr b="0" lang="en-US" sz="2000" strike="noStrike" u="none">
              <a:solidFill>
                <a:schemeClr val="lt1"/>
              </a:solidFill>
              <a:effectLst/>
              <a:uFillTx/>
              <a:latin typeface="Segoe UI"/>
            </a:endParaRPr>
          </a:p>
          <a:p>
            <a:pPr lvl="6" marL="3024000" indent="-216000">
              <a:spcBef>
                <a:spcPts val="283"/>
              </a:spcBef>
              <a:buClr>
                <a:srgbClr val="ffffff"/>
              </a:buClr>
              <a:buSzPct val="45000"/>
              <a:buFont typeface="Wingdings" charset="2"/>
              <a:buChar char=""/>
            </a:pPr>
            <a:r>
              <a:rPr b="0" lang="en-US" sz="2000" strike="noStrike" u="none">
                <a:solidFill>
                  <a:schemeClr val="lt1"/>
                </a:solidFill>
                <a:effectLst/>
                <a:uFillTx/>
                <a:latin typeface="Segoe UI"/>
              </a:rPr>
              <a:t>Seventh Outline Level</a:t>
            </a:r>
            <a:endParaRPr b="0" lang="en-US" sz="2000" strike="noStrike" u="none">
              <a:solidFill>
                <a:schemeClr val="lt1"/>
              </a:solidFill>
              <a:effectLst/>
              <a:uFillTx/>
              <a:latin typeface="Segoe UI"/>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2">
    <p:bg>
      <p:bgPr>
        <a:solidFill>
          <a:schemeClr val="lt2"/>
        </a:solidFill>
      </p:bgPr>
    </p:bg>
    <p:spTree>
      <p:nvGrpSpPr>
        <p:cNvPr id="1" name=""/>
        <p:cNvGrpSpPr/>
        <p:nvPr/>
      </p:nvGrpSpPr>
      <p:grpSpPr>
        <a:xfrm>
          <a:off x="0" y="0"/>
          <a:ext cx="0" cy="0"/>
          <a:chOff x="0" y="0"/>
          <a:chExt cx="0" cy="0"/>
        </a:xfrm>
      </p:grpSpPr>
      <p:grpSp>
        <p:nvGrpSpPr>
          <p:cNvPr id="1825" name="GRID"/>
          <p:cNvGrpSpPr/>
          <p:nvPr/>
        </p:nvGrpSpPr>
        <p:grpSpPr>
          <a:xfrm>
            <a:off x="0" y="0"/>
            <a:ext cx="12191760" cy="6858000"/>
            <a:chOff x="0" y="0"/>
            <a:chExt cx="12191760" cy="6858000"/>
          </a:xfrm>
        </p:grpSpPr>
        <p:cxnSp>
          <p:nvCxnSpPr>
            <p:cNvPr id="182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82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828" name="Straight Connector 9"/>
            <p:cNvCxnSpPr/>
            <p:nvPr/>
          </p:nvCxnSpPr>
          <p:spPr>
            <a:xfrm>
              <a:off x="0" y="585000"/>
              <a:ext cx="12189240" cy="360"/>
            </a:xfrm>
            <a:prstGeom prst="straightConnector1">
              <a:avLst/>
            </a:prstGeom>
            <a:ln w="3175">
              <a:solidFill>
                <a:srgbClr val="df45d4"/>
              </a:solidFill>
              <a:round/>
            </a:ln>
          </p:spPr>
        </p:cxnSp>
        <p:cxnSp>
          <p:nvCxnSpPr>
            <p:cNvPr id="1829" name="Straight Connector 10"/>
            <p:cNvCxnSpPr/>
            <p:nvPr/>
          </p:nvCxnSpPr>
          <p:spPr>
            <a:xfrm>
              <a:off x="0" y="6272640"/>
              <a:ext cx="12189240" cy="360"/>
            </a:xfrm>
            <a:prstGeom prst="straightConnector1">
              <a:avLst/>
            </a:prstGeom>
            <a:ln w="3175">
              <a:solidFill>
                <a:srgbClr val="df45d4"/>
              </a:solidFill>
              <a:round/>
            </a:ln>
          </p:spPr>
        </p:cxnSp>
        <p:cxnSp>
          <p:nvCxnSpPr>
            <p:cNvPr id="183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83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83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83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83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83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836" name="Straight Connector 17"/>
            <p:cNvCxnSpPr/>
            <p:nvPr/>
          </p:nvCxnSpPr>
          <p:spPr>
            <a:xfrm>
              <a:off x="585000" y="0"/>
              <a:ext cx="360" cy="6858360"/>
            </a:xfrm>
            <a:prstGeom prst="straightConnector1">
              <a:avLst/>
            </a:prstGeom>
            <a:ln w="3175">
              <a:solidFill>
                <a:srgbClr val="df45d4"/>
              </a:solidFill>
              <a:round/>
            </a:ln>
          </p:spPr>
        </p:cxnSp>
        <p:cxnSp>
          <p:nvCxnSpPr>
            <p:cNvPr id="183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83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83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84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841" name="Straight Connector 22"/>
            <p:cNvCxnSpPr/>
            <p:nvPr/>
          </p:nvCxnSpPr>
          <p:spPr>
            <a:xfrm>
              <a:off x="11606760" y="0"/>
              <a:ext cx="360" cy="6858360"/>
            </a:xfrm>
            <a:prstGeom prst="straightConnector1">
              <a:avLst/>
            </a:prstGeom>
            <a:ln w="3175">
              <a:solidFill>
                <a:srgbClr val="df45d4"/>
              </a:solidFill>
              <a:round/>
            </a:ln>
          </p:spPr>
        </p:cxnSp>
        <p:cxnSp>
          <p:nvCxnSpPr>
            <p:cNvPr id="184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84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84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84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84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84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84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84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85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85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85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85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85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85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85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85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85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85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860"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861"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86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863" name="PlaceHolder 1"/>
          <p:cNvSpPr>
            <a:spLocks noGrp="1"/>
          </p:cNvSpPr>
          <p:nvPr>
            <p:ph type="title"/>
          </p:nvPr>
        </p:nvSpPr>
        <p:spPr>
          <a:xfrm>
            <a:off x="585360" y="24829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1a1a1a"/>
                </a:solidFill>
                <a:effectLst/>
                <a:uFillTx/>
                <a:latin typeface="Segoe UI Semibold"/>
              </a:rPr>
              <a:t>Demo title</a:t>
            </a:r>
            <a:endParaRPr b="0" lang="en-US" sz="3600" strike="noStrike" u="none">
              <a:solidFill>
                <a:schemeClr val="lt1"/>
              </a:solidFill>
              <a:effectLst/>
              <a:uFillTx/>
              <a:latin typeface="Segoe UI"/>
            </a:endParaRPr>
          </a:p>
        </p:txBody>
      </p:sp>
      <p:sp>
        <p:nvSpPr>
          <p:cNvPr id="1864" name="PlaceHolder 2"/>
          <p:cNvSpPr>
            <a:spLocks noGrp="1"/>
          </p:cNvSpPr>
          <p:nvPr>
            <p:ph type="body"/>
          </p:nvPr>
        </p:nvSpPr>
        <p:spPr>
          <a:xfrm>
            <a:off x="585360" y="3153600"/>
            <a:ext cx="914364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rgbClr val="1a1a1a"/>
                </a:solidFill>
                <a:effectLst/>
                <a:uFillTx/>
                <a:latin typeface="Segoe UI"/>
              </a:rPr>
              <a:t>Speaker name</a:t>
            </a:r>
            <a:endParaRPr b="0" lang="en-US" sz="2000" strike="noStrike" u="none">
              <a:solidFill>
                <a:schemeClr val="lt1"/>
              </a:solidFill>
              <a:effectLst/>
              <a:uFillTx/>
              <a:latin typeface="Segoe UI Semilight"/>
            </a:endParaRPr>
          </a:p>
        </p:txBody>
      </p:sp>
      <p:pic>
        <p:nvPicPr>
          <p:cNvPr id="1865" name="Picture 5"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3">
    <p:bg>
      <p:bgPr>
        <a:solidFill>
          <a:schemeClr val="lt2"/>
        </a:solidFill>
      </p:bgPr>
    </p:bg>
    <p:spTree>
      <p:nvGrpSpPr>
        <p:cNvPr id="1" name=""/>
        <p:cNvGrpSpPr/>
        <p:nvPr/>
      </p:nvGrpSpPr>
      <p:grpSpPr>
        <a:xfrm>
          <a:off x="0" y="0"/>
          <a:ext cx="0" cy="0"/>
          <a:chOff x="0" y="0"/>
          <a:chExt cx="0" cy="0"/>
        </a:xfrm>
      </p:grpSpPr>
      <p:grpSp>
        <p:nvGrpSpPr>
          <p:cNvPr id="1866" name="GRID"/>
          <p:cNvGrpSpPr/>
          <p:nvPr/>
        </p:nvGrpSpPr>
        <p:grpSpPr>
          <a:xfrm>
            <a:off x="0" y="0"/>
            <a:ext cx="12191760" cy="6858000"/>
            <a:chOff x="0" y="0"/>
            <a:chExt cx="12191760" cy="6858000"/>
          </a:xfrm>
        </p:grpSpPr>
        <p:cxnSp>
          <p:nvCxnSpPr>
            <p:cNvPr id="186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86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869" name="Straight Connector 9"/>
            <p:cNvCxnSpPr/>
            <p:nvPr/>
          </p:nvCxnSpPr>
          <p:spPr>
            <a:xfrm>
              <a:off x="0" y="585000"/>
              <a:ext cx="12189240" cy="360"/>
            </a:xfrm>
            <a:prstGeom prst="straightConnector1">
              <a:avLst/>
            </a:prstGeom>
            <a:ln w="3175">
              <a:solidFill>
                <a:srgbClr val="df45d4"/>
              </a:solidFill>
              <a:round/>
            </a:ln>
          </p:spPr>
        </p:cxnSp>
        <p:cxnSp>
          <p:nvCxnSpPr>
            <p:cNvPr id="1870" name="Straight Connector 10"/>
            <p:cNvCxnSpPr/>
            <p:nvPr/>
          </p:nvCxnSpPr>
          <p:spPr>
            <a:xfrm>
              <a:off x="0" y="6272640"/>
              <a:ext cx="12189240" cy="360"/>
            </a:xfrm>
            <a:prstGeom prst="straightConnector1">
              <a:avLst/>
            </a:prstGeom>
            <a:ln w="3175">
              <a:solidFill>
                <a:srgbClr val="df45d4"/>
              </a:solidFill>
              <a:round/>
            </a:ln>
          </p:spPr>
        </p:cxnSp>
        <p:cxnSp>
          <p:nvCxnSpPr>
            <p:cNvPr id="187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87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87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87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87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87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877" name="Straight Connector 17"/>
            <p:cNvCxnSpPr/>
            <p:nvPr/>
          </p:nvCxnSpPr>
          <p:spPr>
            <a:xfrm>
              <a:off x="585000" y="0"/>
              <a:ext cx="360" cy="6858360"/>
            </a:xfrm>
            <a:prstGeom prst="straightConnector1">
              <a:avLst/>
            </a:prstGeom>
            <a:ln w="3175">
              <a:solidFill>
                <a:srgbClr val="df45d4"/>
              </a:solidFill>
              <a:round/>
            </a:ln>
          </p:spPr>
        </p:cxnSp>
        <p:cxnSp>
          <p:nvCxnSpPr>
            <p:cNvPr id="187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87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88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88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882" name="Straight Connector 22"/>
            <p:cNvCxnSpPr/>
            <p:nvPr/>
          </p:nvCxnSpPr>
          <p:spPr>
            <a:xfrm>
              <a:off x="11606760" y="0"/>
              <a:ext cx="360" cy="6858360"/>
            </a:xfrm>
            <a:prstGeom prst="straightConnector1">
              <a:avLst/>
            </a:prstGeom>
            <a:ln w="3175">
              <a:solidFill>
                <a:srgbClr val="df45d4"/>
              </a:solidFill>
              <a:round/>
            </a:ln>
          </p:spPr>
        </p:cxnSp>
        <p:cxnSp>
          <p:nvCxnSpPr>
            <p:cNvPr id="188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88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88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88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88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88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88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89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89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89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89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89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89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89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89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89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89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90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901"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902"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90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904"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chemeClr val="dk1"/>
                </a:solidFill>
                <a:effectLst/>
                <a:uFillTx/>
                <a:latin typeface="Segoe UI Semibold"/>
              </a:rPr>
              <a:t>Video</a:t>
            </a:r>
            <a:endParaRPr b="0" lang="en-US" sz="3600" strike="noStrike" u="none">
              <a:solidFill>
                <a:schemeClr val="lt1"/>
              </a:solidFill>
              <a:effectLst/>
              <a:uFillTx/>
              <a:latin typeface="Segoe UI"/>
            </a:endParaRPr>
          </a:p>
        </p:txBody>
      </p:sp>
      <p:pic>
        <p:nvPicPr>
          <p:cNvPr id="1905" name="Picture 3"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4">
    <p:bg>
      <p:bgPr>
        <a:solidFill>
          <a:schemeClr val="lt2"/>
        </a:solidFill>
      </p:bgPr>
    </p:bg>
    <p:spTree>
      <p:nvGrpSpPr>
        <p:cNvPr id="1" name=""/>
        <p:cNvGrpSpPr/>
        <p:nvPr/>
      </p:nvGrpSpPr>
      <p:grpSpPr>
        <a:xfrm>
          <a:off x="0" y="0"/>
          <a:ext cx="0" cy="0"/>
          <a:chOff x="0" y="0"/>
          <a:chExt cx="0" cy="0"/>
        </a:xfrm>
      </p:grpSpPr>
      <p:grpSp>
        <p:nvGrpSpPr>
          <p:cNvPr id="1906" name="GRID"/>
          <p:cNvGrpSpPr/>
          <p:nvPr/>
        </p:nvGrpSpPr>
        <p:grpSpPr>
          <a:xfrm>
            <a:off x="0" y="0"/>
            <a:ext cx="12191760" cy="6858000"/>
            <a:chOff x="0" y="0"/>
            <a:chExt cx="12191760" cy="6858000"/>
          </a:xfrm>
        </p:grpSpPr>
        <p:cxnSp>
          <p:nvCxnSpPr>
            <p:cNvPr id="190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90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909" name="Straight Connector 9"/>
            <p:cNvCxnSpPr/>
            <p:nvPr/>
          </p:nvCxnSpPr>
          <p:spPr>
            <a:xfrm>
              <a:off x="0" y="585000"/>
              <a:ext cx="12189240" cy="360"/>
            </a:xfrm>
            <a:prstGeom prst="straightConnector1">
              <a:avLst/>
            </a:prstGeom>
            <a:ln w="3175">
              <a:solidFill>
                <a:srgbClr val="df45d4"/>
              </a:solidFill>
              <a:round/>
            </a:ln>
          </p:spPr>
        </p:cxnSp>
        <p:cxnSp>
          <p:nvCxnSpPr>
            <p:cNvPr id="1910" name="Straight Connector 10"/>
            <p:cNvCxnSpPr/>
            <p:nvPr/>
          </p:nvCxnSpPr>
          <p:spPr>
            <a:xfrm>
              <a:off x="0" y="6272640"/>
              <a:ext cx="12189240" cy="360"/>
            </a:xfrm>
            <a:prstGeom prst="straightConnector1">
              <a:avLst/>
            </a:prstGeom>
            <a:ln w="3175">
              <a:solidFill>
                <a:srgbClr val="df45d4"/>
              </a:solidFill>
              <a:round/>
            </a:ln>
          </p:spPr>
        </p:cxnSp>
        <p:cxnSp>
          <p:nvCxnSpPr>
            <p:cNvPr id="191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91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91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91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91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91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917" name="Straight Connector 17"/>
            <p:cNvCxnSpPr/>
            <p:nvPr/>
          </p:nvCxnSpPr>
          <p:spPr>
            <a:xfrm>
              <a:off x="585000" y="0"/>
              <a:ext cx="360" cy="6858360"/>
            </a:xfrm>
            <a:prstGeom prst="straightConnector1">
              <a:avLst/>
            </a:prstGeom>
            <a:ln w="3175">
              <a:solidFill>
                <a:srgbClr val="df45d4"/>
              </a:solidFill>
              <a:round/>
            </a:ln>
          </p:spPr>
        </p:cxnSp>
        <p:cxnSp>
          <p:nvCxnSpPr>
            <p:cNvPr id="191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91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92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92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922" name="Straight Connector 22"/>
            <p:cNvCxnSpPr/>
            <p:nvPr/>
          </p:nvCxnSpPr>
          <p:spPr>
            <a:xfrm>
              <a:off x="11606760" y="0"/>
              <a:ext cx="360" cy="6858360"/>
            </a:xfrm>
            <a:prstGeom prst="straightConnector1">
              <a:avLst/>
            </a:prstGeom>
            <a:ln w="3175">
              <a:solidFill>
                <a:srgbClr val="df45d4"/>
              </a:solidFill>
              <a:round/>
            </a:ln>
          </p:spPr>
        </p:cxnSp>
        <p:cxnSp>
          <p:nvCxnSpPr>
            <p:cNvPr id="192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92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92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92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92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92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92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93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93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93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93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93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93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93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93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93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93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94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941"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942"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94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1944"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chemeClr val="dk1"/>
                </a:solidFill>
                <a:effectLst/>
                <a:uFillTx/>
                <a:latin typeface="Segoe UI Semibold"/>
              </a:rPr>
              <a:t>Section title</a:t>
            </a:r>
            <a:endParaRPr b="0" lang="en-US" sz="3600" strike="noStrike" u="none">
              <a:solidFill>
                <a:schemeClr val="lt1"/>
              </a:solidFill>
              <a:effectLst/>
              <a:uFillTx/>
              <a:latin typeface="Segoe UI"/>
            </a:endParaRPr>
          </a:p>
        </p:txBody>
      </p:sp>
      <p:pic>
        <p:nvPicPr>
          <p:cNvPr id="1945" name="Picture 4" descr=""/>
          <p:cNvPicPr/>
          <p:nvPr/>
        </p:nvPicPr>
        <p:blipFill>
          <a:blip r:embed="rId3"/>
          <a:srcRect l="28" t="-2688" r="9556" b="6155"/>
          <a:stretch/>
        </p:blipFill>
        <p:spPr>
          <a:xfrm>
            <a:off x="0" y="2083320"/>
            <a:ext cx="12191760" cy="4774320"/>
          </a:xfrm>
          <a:prstGeom prst="rect">
            <a:avLst/>
          </a:prstGeom>
          <a:noFill/>
          <a:ln w="0">
            <a:noFill/>
          </a:ln>
        </p:spPr>
      </p:pic>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5">
    <p:bg>
      <p:bgPr>
        <a:solidFill>
          <a:srgbClr val="000000"/>
        </a:solidFill>
      </p:bgPr>
    </p:bg>
    <p:spTree>
      <p:nvGrpSpPr>
        <p:cNvPr id="1" name=""/>
        <p:cNvGrpSpPr/>
        <p:nvPr/>
      </p:nvGrpSpPr>
      <p:grpSpPr>
        <a:xfrm>
          <a:off x="0" y="0"/>
          <a:ext cx="0" cy="0"/>
          <a:chOff x="0" y="0"/>
          <a:chExt cx="0" cy="0"/>
        </a:xfrm>
      </p:grpSpPr>
      <p:grpSp>
        <p:nvGrpSpPr>
          <p:cNvPr id="1946" name="GRID"/>
          <p:cNvGrpSpPr/>
          <p:nvPr/>
        </p:nvGrpSpPr>
        <p:grpSpPr>
          <a:xfrm>
            <a:off x="0" y="0"/>
            <a:ext cx="12191760" cy="6858000"/>
            <a:chOff x="0" y="0"/>
            <a:chExt cx="12191760" cy="6858000"/>
          </a:xfrm>
        </p:grpSpPr>
        <p:cxnSp>
          <p:nvCxnSpPr>
            <p:cNvPr id="1947"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948"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949" name="Straight Connector 9"/>
            <p:cNvCxnSpPr/>
            <p:nvPr/>
          </p:nvCxnSpPr>
          <p:spPr>
            <a:xfrm>
              <a:off x="0" y="585000"/>
              <a:ext cx="12189240" cy="360"/>
            </a:xfrm>
            <a:prstGeom prst="straightConnector1">
              <a:avLst/>
            </a:prstGeom>
            <a:ln w="3175">
              <a:solidFill>
                <a:srgbClr val="df45d4"/>
              </a:solidFill>
              <a:round/>
            </a:ln>
          </p:spPr>
        </p:cxnSp>
        <p:cxnSp>
          <p:nvCxnSpPr>
            <p:cNvPr id="1950" name="Straight Connector 10"/>
            <p:cNvCxnSpPr/>
            <p:nvPr/>
          </p:nvCxnSpPr>
          <p:spPr>
            <a:xfrm>
              <a:off x="0" y="6272640"/>
              <a:ext cx="12189240" cy="360"/>
            </a:xfrm>
            <a:prstGeom prst="straightConnector1">
              <a:avLst/>
            </a:prstGeom>
            <a:ln w="3175">
              <a:solidFill>
                <a:srgbClr val="df45d4"/>
              </a:solidFill>
              <a:round/>
            </a:ln>
          </p:spPr>
        </p:cxnSp>
        <p:cxnSp>
          <p:nvCxnSpPr>
            <p:cNvPr id="1951"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952"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953"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954"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955"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956"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957" name="Straight Connector 17"/>
            <p:cNvCxnSpPr/>
            <p:nvPr/>
          </p:nvCxnSpPr>
          <p:spPr>
            <a:xfrm>
              <a:off x="585000" y="0"/>
              <a:ext cx="360" cy="6858360"/>
            </a:xfrm>
            <a:prstGeom prst="straightConnector1">
              <a:avLst/>
            </a:prstGeom>
            <a:ln w="3175">
              <a:solidFill>
                <a:srgbClr val="df45d4"/>
              </a:solidFill>
              <a:round/>
            </a:ln>
          </p:spPr>
        </p:cxnSp>
        <p:cxnSp>
          <p:nvCxnSpPr>
            <p:cNvPr id="1958"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959"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960"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961"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1962" name="Straight Connector 22"/>
            <p:cNvCxnSpPr/>
            <p:nvPr/>
          </p:nvCxnSpPr>
          <p:spPr>
            <a:xfrm>
              <a:off x="11606760" y="0"/>
              <a:ext cx="360" cy="6858360"/>
            </a:xfrm>
            <a:prstGeom prst="straightConnector1">
              <a:avLst/>
            </a:prstGeom>
            <a:ln w="3175">
              <a:solidFill>
                <a:srgbClr val="df45d4"/>
              </a:solidFill>
              <a:round/>
            </a:ln>
          </p:spPr>
        </p:cxnSp>
        <p:cxnSp>
          <p:nvCxnSpPr>
            <p:cNvPr id="1963"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1964"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1965"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1966"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1967"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1968"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1969"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1970"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1971"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1972"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1973"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1974"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1975"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1976"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1977"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1978"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1979"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1980"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1981"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1982"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1983"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6">
    <p:bg>
      <p:bgPr>
        <a:solidFill>
          <a:srgbClr val="ffffff"/>
        </a:solidFill>
      </p:bgPr>
    </p:bg>
    <p:spTree>
      <p:nvGrpSpPr>
        <p:cNvPr id="1" name=""/>
        <p:cNvGrpSpPr/>
        <p:nvPr/>
      </p:nvGrpSpPr>
      <p:grpSpPr>
        <a:xfrm>
          <a:off x="0" y="0"/>
          <a:ext cx="0" cy="0"/>
          <a:chOff x="0" y="0"/>
          <a:chExt cx="0" cy="0"/>
        </a:xfrm>
      </p:grpSpPr>
      <p:grpSp>
        <p:nvGrpSpPr>
          <p:cNvPr id="1984" name="GRID"/>
          <p:cNvGrpSpPr/>
          <p:nvPr/>
        </p:nvGrpSpPr>
        <p:grpSpPr>
          <a:xfrm>
            <a:off x="0" y="0"/>
            <a:ext cx="12191760" cy="6858000"/>
            <a:chOff x="0" y="0"/>
            <a:chExt cx="12191760" cy="6858000"/>
          </a:xfrm>
        </p:grpSpPr>
        <p:cxnSp>
          <p:nvCxnSpPr>
            <p:cNvPr id="1985"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1986"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1987" name="Straight Connector 9"/>
            <p:cNvCxnSpPr/>
            <p:nvPr/>
          </p:nvCxnSpPr>
          <p:spPr>
            <a:xfrm>
              <a:off x="0" y="585000"/>
              <a:ext cx="12189240" cy="360"/>
            </a:xfrm>
            <a:prstGeom prst="straightConnector1">
              <a:avLst/>
            </a:prstGeom>
            <a:ln w="3175">
              <a:solidFill>
                <a:srgbClr val="df45d4"/>
              </a:solidFill>
              <a:round/>
            </a:ln>
          </p:spPr>
        </p:cxnSp>
        <p:cxnSp>
          <p:nvCxnSpPr>
            <p:cNvPr id="1988" name="Straight Connector 10"/>
            <p:cNvCxnSpPr/>
            <p:nvPr/>
          </p:nvCxnSpPr>
          <p:spPr>
            <a:xfrm>
              <a:off x="0" y="6272640"/>
              <a:ext cx="12189240" cy="360"/>
            </a:xfrm>
            <a:prstGeom prst="straightConnector1">
              <a:avLst/>
            </a:prstGeom>
            <a:ln w="3175">
              <a:solidFill>
                <a:srgbClr val="df45d4"/>
              </a:solidFill>
              <a:round/>
            </a:ln>
          </p:spPr>
        </p:cxnSp>
        <p:cxnSp>
          <p:nvCxnSpPr>
            <p:cNvPr id="1989"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1990"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1991"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1992"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1993"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1994"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1995" name="Straight Connector 17"/>
            <p:cNvCxnSpPr/>
            <p:nvPr/>
          </p:nvCxnSpPr>
          <p:spPr>
            <a:xfrm>
              <a:off x="585000" y="0"/>
              <a:ext cx="360" cy="6858360"/>
            </a:xfrm>
            <a:prstGeom prst="straightConnector1">
              <a:avLst/>
            </a:prstGeom>
            <a:ln w="3175">
              <a:solidFill>
                <a:srgbClr val="df45d4"/>
              </a:solidFill>
              <a:round/>
            </a:ln>
          </p:spPr>
        </p:cxnSp>
        <p:cxnSp>
          <p:nvCxnSpPr>
            <p:cNvPr id="1996"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1997"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1998"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1999"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000" name="Straight Connector 22"/>
            <p:cNvCxnSpPr/>
            <p:nvPr/>
          </p:nvCxnSpPr>
          <p:spPr>
            <a:xfrm>
              <a:off x="11606760" y="0"/>
              <a:ext cx="360" cy="6858360"/>
            </a:xfrm>
            <a:prstGeom prst="straightConnector1">
              <a:avLst/>
            </a:prstGeom>
            <a:ln w="3175">
              <a:solidFill>
                <a:srgbClr val="df45d4"/>
              </a:solidFill>
              <a:round/>
            </a:ln>
          </p:spPr>
        </p:cxnSp>
        <p:cxnSp>
          <p:nvCxnSpPr>
            <p:cNvPr id="2001"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002"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003"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004"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005"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006"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007"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008"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009"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010"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011"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012"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013"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014"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015"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016"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017"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018"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019" name=".64 square" hidden="1"/>
          <p:cNvSpPr/>
          <p:nvPr/>
        </p:nvSpPr>
        <p:spPr>
          <a:xfrm>
            <a:off x="0" y="0"/>
            <a:ext cx="585000" cy="58500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020" name=".32 square" hidden="1"/>
          <p:cNvSpPr/>
          <p:nvPr/>
        </p:nvSpPr>
        <p:spPr>
          <a:xfrm>
            <a:off x="0" y="0"/>
            <a:ext cx="292320" cy="292320"/>
          </a:xfrm>
          <a:prstGeom prst="rect">
            <a:avLst/>
          </a:prstGeom>
          <a:solidFill>
            <a:schemeClr val="dk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021"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7">
    <p:bg>
      <p:bgPr>
        <a:solidFill>
          <a:srgbClr val="000000"/>
        </a:solidFill>
      </p:bgPr>
    </p:bg>
    <p:spTree>
      <p:nvGrpSpPr>
        <p:cNvPr id="1" name=""/>
        <p:cNvGrpSpPr/>
        <p:nvPr/>
      </p:nvGrpSpPr>
      <p:grpSpPr>
        <a:xfrm>
          <a:off x="0" y="0"/>
          <a:ext cx="0" cy="0"/>
          <a:chOff x="0" y="0"/>
          <a:chExt cx="0" cy="0"/>
        </a:xfrm>
      </p:grpSpPr>
      <p:grpSp>
        <p:nvGrpSpPr>
          <p:cNvPr id="2022" name="GRID"/>
          <p:cNvGrpSpPr/>
          <p:nvPr/>
        </p:nvGrpSpPr>
        <p:grpSpPr>
          <a:xfrm>
            <a:off x="0" y="0"/>
            <a:ext cx="12191760" cy="6858000"/>
            <a:chOff x="0" y="0"/>
            <a:chExt cx="12191760" cy="6858000"/>
          </a:xfrm>
        </p:grpSpPr>
        <p:cxnSp>
          <p:nvCxnSpPr>
            <p:cNvPr id="202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02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025" name="Straight Connector 9"/>
            <p:cNvCxnSpPr/>
            <p:nvPr/>
          </p:nvCxnSpPr>
          <p:spPr>
            <a:xfrm>
              <a:off x="0" y="585000"/>
              <a:ext cx="12189240" cy="360"/>
            </a:xfrm>
            <a:prstGeom prst="straightConnector1">
              <a:avLst/>
            </a:prstGeom>
            <a:ln w="3175">
              <a:solidFill>
                <a:srgbClr val="df45d4"/>
              </a:solidFill>
              <a:round/>
            </a:ln>
          </p:spPr>
        </p:cxnSp>
        <p:cxnSp>
          <p:nvCxnSpPr>
            <p:cNvPr id="2026" name="Straight Connector 10"/>
            <p:cNvCxnSpPr/>
            <p:nvPr/>
          </p:nvCxnSpPr>
          <p:spPr>
            <a:xfrm>
              <a:off x="0" y="6272640"/>
              <a:ext cx="12189240" cy="360"/>
            </a:xfrm>
            <a:prstGeom prst="straightConnector1">
              <a:avLst/>
            </a:prstGeom>
            <a:ln w="3175">
              <a:solidFill>
                <a:srgbClr val="df45d4"/>
              </a:solidFill>
              <a:round/>
            </a:ln>
          </p:spPr>
        </p:cxnSp>
        <p:cxnSp>
          <p:nvCxnSpPr>
            <p:cNvPr id="202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02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02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03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03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03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033" name="Straight Connector 17"/>
            <p:cNvCxnSpPr/>
            <p:nvPr/>
          </p:nvCxnSpPr>
          <p:spPr>
            <a:xfrm>
              <a:off x="585000" y="0"/>
              <a:ext cx="360" cy="6858360"/>
            </a:xfrm>
            <a:prstGeom prst="straightConnector1">
              <a:avLst/>
            </a:prstGeom>
            <a:ln w="3175">
              <a:solidFill>
                <a:srgbClr val="df45d4"/>
              </a:solidFill>
              <a:round/>
            </a:ln>
          </p:spPr>
        </p:cxnSp>
        <p:cxnSp>
          <p:nvCxnSpPr>
            <p:cNvPr id="203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03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03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03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038" name="Straight Connector 22"/>
            <p:cNvCxnSpPr/>
            <p:nvPr/>
          </p:nvCxnSpPr>
          <p:spPr>
            <a:xfrm>
              <a:off x="11606760" y="0"/>
              <a:ext cx="360" cy="6858360"/>
            </a:xfrm>
            <a:prstGeom prst="straightConnector1">
              <a:avLst/>
            </a:prstGeom>
            <a:ln w="3175">
              <a:solidFill>
                <a:srgbClr val="df45d4"/>
              </a:solidFill>
              <a:round/>
            </a:ln>
          </p:spPr>
        </p:cxnSp>
        <p:cxnSp>
          <p:nvCxnSpPr>
            <p:cNvPr id="203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04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04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04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04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04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04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04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04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04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04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05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05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05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05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05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05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05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057"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058"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05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060"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Software code slide</a:t>
            </a:r>
            <a:endParaRPr b="0" lang="en-US" sz="3600" strike="noStrike" u="none">
              <a:solidFill>
                <a:schemeClr val="lt1"/>
              </a:solidFill>
              <a:effectLst/>
              <a:uFillTx/>
              <a:latin typeface="Segoe UI"/>
            </a:endParaRPr>
          </a:p>
        </p:txBody>
      </p:sp>
      <p:sp>
        <p:nvSpPr>
          <p:cNvPr id="2061" name="PlaceHolder 2"/>
          <p:cNvSpPr>
            <a:spLocks noGrp="1"/>
          </p:cNvSpPr>
          <p:nvPr>
            <p:ph type="body"/>
          </p:nvPr>
        </p:nvSpPr>
        <p:spPr>
          <a:xfrm>
            <a:off x="588240" y="1436760"/>
            <a:ext cx="11018160" cy="190800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Consolas"/>
              </a:rPr>
              <a:t>Edit Master text styles</a:t>
            </a:r>
            <a:endParaRPr b="0" lang="en-US" sz="2800" strike="noStrike" u="none">
              <a:solidFill>
                <a:schemeClr val="lt1"/>
              </a:solidFill>
              <a:effectLst/>
              <a:uFillTx/>
              <a:latin typeface="Segoe UI Semilight"/>
            </a:endParaRPr>
          </a:p>
          <a:p>
            <a:pPr marL="346680" indent="0" defTabSz="932760">
              <a:lnSpc>
                <a:spcPct val="100000"/>
              </a:lnSpc>
              <a:spcBef>
                <a:spcPts val="479"/>
              </a:spcBef>
              <a:buNone/>
              <a:tabLst>
                <a:tab algn="l" pos="0"/>
              </a:tabLst>
            </a:pPr>
            <a:r>
              <a:rPr b="0" lang="en-US" sz="2400" strike="noStrike" u="none">
                <a:solidFill>
                  <a:srgbClr val="ffffff"/>
                </a:solidFill>
                <a:effectLst/>
                <a:uFillTx/>
                <a:latin typeface="Consolas"/>
              </a:rPr>
              <a:t>Second level</a:t>
            </a:r>
            <a:endParaRPr b="0" lang="en-US" sz="2400" strike="noStrike" u="none">
              <a:solidFill>
                <a:schemeClr val="lt1"/>
              </a:solidFill>
              <a:effectLst/>
              <a:uFillTx/>
              <a:latin typeface="Segoe UI Semilight"/>
            </a:endParaRPr>
          </a:p>
          <a:p>
            <a:pPr marL="584640" indent="0" defTabSz="932760">
              <a:lnSpc>
                <a:spcPct val="100000"/>
              </a:lnSpc>
              <a:spcBef>
                <a:spcPts val="400"/>
              </a:spcBef>
              <a:buNone/>
              <a:tabLst>
                <a:tab algn="l" pos="0"/>
              </a:tabLst>
            </a:pPr>
            <a:r>
              <a:rPr b="0" lang="en-US" sz="2000" strike="noStrike" u="none">
                <a:solidFill>
                  <a:srgbClr val="ffffff"/>
                </a:solidFill>
                <a:effectLst/>
                <a:uFillTx/>
                <a:latin typeface="Consolas"/>
              </a:rPr>
              <a:t>Third level</a:t>
            </a:r>
            <a:endParaRPr b="0" lang="en-US" sz="2000" strike="noStrike" u="none">
              <a:solidFill>
                <a:schemeClr val="lt1"/>
              </a:solidFill>
              <a:effectLst/>
              <a:uFillTx/>
              <a:latin typeface="Segoe UI Semilight"/>
            </a:endParaRPr>
          </a:p>
          <a:p>
            <a:pPr marL="814680" indent="0" defTabSz="932760">
              <a:lnSpc>
                <a:spcPct val="100000"/>
              </a:lnSpc>
              <a:spcBef>
                <a:spcPts val="360"/>
              </a:spcBef>
              <a:buNone/>
              <a:tabLst>
                <a:tab algn="l" pos="0"/>
              </a:tabLst>
            </a:pPr>
            <a:r>
              <a:rPr b="0" lang="en-US" sz="1800" strike="noStrike" u="none">
                <a:solidFill>
                  <a:srgbClr val="ffffff"/>
                </a:solidFill>
                <a:effectLst/>
                <a:uFillTx/>
                <a:latin typeface="Consolas"/>
              </a:rPr>
              <a:t>Fourth level</a:t>
            </a:r>
            <a:endParaRPr b="0" lang="en-US" sz="1800" strike="noStrike" u="none">
              <a:solidFill>
                <a:schemeClr val="lt1"/>
              </a:solidFill>
              <a:effectLst/>
              <a:uFillTx/>
              <a:latin typeface="Segoe UI Semilight"/>
            </a:endParaRPr>
          </a:p>
          <a:p>
            <a:pPr marL="1050840" indent="0" defTabSz="932760">
              <a:lnSpc>
                <a:spcPct val="100000"/>
              </a:lnSpc>
              <a:spcBef>
                <a:spcPts val="360"/>
              </a:spcBef>
              <a:buNone/>
              <a:tabLst>
                <a:tab algn="l" pos="0"/>
              </a:tabLst>
            </a:pPr>
            <a:r>
              <a:rPr b="0" lang="en-US" sz="1800" strike="noStrike" u="none">
                <a:solidFill>
                  <a:srgbClr val="ffffff"/>
                </a:solidFill>
                <a:effectLst/>
                <a:uFillTx/>
                <a:latin typeface="Consolas"/>
              </a:rPr>
              <a:t>Fifth level</a:t>
            </a:r>
            <a:endParaRPr b="0" lang="en-US" sz="1800" strike="noStrike" u="none">
              <a:solidFill>
                <a:schemeClr val="lt1"/>
              </a:solidFill>
              <a:effectLst/>
              <a:uFillTx/>
              <a:latin typeface="Segoe UI Semilight"/>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8">
    <p:bg>
      <p:bgPr>
        <a:solidFill>
          <a:srgbClr val="000000"/>
        </a:solidFill>
      </p:bgPr>
    </p:bg>
    <p:spTree>
      <p:nvGrpSpPr>
        <p:cNvPr id="1" name=""/>
        <p:cNvGrpSpPr/>
        <p:nvPr/>
      </p:nvGrpSpPr>
      <p:grpSpPr>
        <a:xfrm>
          <a:off x="0" y="0"/>
          <a:ext cx="0" cy="0"/>
          <a:chOff x="0" y="0"/>
          <a:chExt cx="0" cy="0"/>
        </a:xfrm>
      </p:grpSpPr>
      <p:grpSp>
        <p:nvGrpSpPr>
          <p:cNvPr id="2062" name="GRID"/>
          <p:cNvGrpSpPr/>
          <p:nvPr/>
        </p:nvGrpSpPr>
        <p:grpSpPr>
          <a:xfrm>
            <a:off x="0" y="0"/>
            <a:ext cx="12191760" cy="6858000"/>
            <a:chOff x="0" y="0"/>
            <a:chExt cx="12191760" cy="6858000"/>
          </a:xfrm>
        </p:grpSpPr>
        <p:cxnSp>
          <p:nvCxnSpPr>
            <p:cNvPr id="2063"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064"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065" name="Straight Connector 9"/>
            <p:cNvCxnSpPr/>
            <p:nvPr/>
          </p:nvCxnSpPr>
          <p:spPr>
            <a:xfrm>
              <a:off x="0" y="585000"/>
              <a:ext cx="12189240" cy="360"/>
            </a:xfrm>
            <a:prstGeom prst="straightConnector1">
              <a:avLst/>
            </a:prstGeom>
            <a:ln w="3175">
              <a:solidFill>
                <a:srgbClr val="df45d4"/>
              </a:solidFill>
              <a:round/>
            </a:ln>
          </p:spPr>
        </p:cxnSp>
        <p:cxnSp>
          <p:nvCxnSpPr>
            <p:cNvPr id="2066" name="Straight Connector 10"/>
            <p:cNvCxnSpPr/>
            <p:nvPr/>
          </p:nvCxnSpPr>
          <p:spPr>
            <a:xfrm>
              <a:off x="0" y="6272640"/>
              <a:ext cx="12189240" cy="360"/>
            </a:xfrm>
            <a:prstGeom prst="straightConnector1">
              <a:avLst/>
            </a:prstGeom>
            <a:ln w="3175">
              <a:solidFill>
                <a:srgbClr val="df45d4"/>
              </a:solidFill>
              <a:round/>
            </a:ln>
          </p:spPr>
        </p:cxnSp>
        <p:cxnSp>
          <p:nvCxnSpPr>
            <p:cNvPr id="2067"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068"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069"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070"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071"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072"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073" name="Straight Connector 17"/>
            <p:cNvCxnSpPr/>
            <p:nvPr/>
          </p:nvCxnSpPr>
          <p:spPr>
            <a:xfrm>
              <a:off x="585000" y="0"/>
              <a:ext cx="360" cy="6858360"/>
            </a:xfrm>
            <a:prstGeom prst="straightConnector1">
              <a:avLst/>
            </a:prstGeom>
            <a:ln w="3175">
              <a:solidFill>
                <a:srgbClr val="df45d4"/>
              </a:solidFill>
              <a:round/>
            </a:ln>
          </p:spPr>
        </p:cxnSp>
        <p:cxnSp>
          <p:nvCxnSpPr>
            <p:cNvPr id="2074"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075"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076"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077"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078" name="Straight Connector 22"/>
            <p:cNvCxnSpPr/>
            <p:nvPr/>
          </p:nvCxnSpPr>
          <p:spPr>
            <a:xfrm>
              <a:off x="11606760" y="0"/>
              <a:ext cx="360" cy="6858360"/>
            </a:xfrm>
            <a:prstGeom prst="straightConnector1">
              <a:avLst/>
            </a:prstGeom>
            <a:ln w="3175">
              <a:solidFill>
                <a:srgbClr val="df45d4"/>
              </a:solidFill>
              <a:round/>
            </a:ln>
          </p:spPr>
        </p:cxnSp>
        <p:cxnSp>
          <p:nvCxnSpPr>
            <p:cNvPr id="2079"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080"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081"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082"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083"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084"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085"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086"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087"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088"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089"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090"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091"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092"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093"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094"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095"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096"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097"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098"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099"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100"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a:ea typeface="Segoe UI"/>
              </a:rPr>
              <a:t>Click to edit Master title style</a:t>
            </a:r>
            <a:endParaRPr b="0" lang="en-US" sz="3600" strike="noStrike" u="none">
              <a:solidFill>
                <a:schemeClr val="lt1"/>
              </a:solidFill>
              <a:effectLst/>
              <a:uFillTx/>
              <a:latin typeface="Segoe UI"/>
            </a:endParaRPr>
          </a:p>
        </p:txBody>
      </p:sp>
      <p:sp>
        <p:nvSpPr>
          <p:cNvPr id="2101" name="PlaceHolder 2"/>
          <p:cNvSpPr>
            <a:spLocks noGrp="1"/>
          </p:cNvSpPr>
          <p:nvPr>
            <p:ph type="body"/>
          </p:nvPr>
        </p:nvSpPr>
        <p:spPr>
          <a:xfrm>
            <a:off x="584280" y="1436760"/>
            <a:ext cx="11018520" cy="4272840"/>
          </a:xfrm>
          <a:prstGeom prst="rect">
            <a:avLst/>
          </a:prstGeom>
          <a:noFill/>
          <a:ln w="0">
            <a:noFill/>
          </a:ln>
        </p:spPr>
        <p:txBody>
          <a:bodyPr lIns="0" rIns="0" tIns="0" bIns="0" anchor="t">
            <a:spAutoFit/>
          </a:bodyPr>
          <a:p>
            <a:pPr marL="228600" indent="-228600" defTabSz="932760">
              <a:lnSpc>
                <a:spcPct val="100000"/>
              </a:lnSpc>
              <a:spcBef>
                <a:spcPts val="720"/>
              </a:spcBef>
              <a:buClr>
                <a:srgbClr val="ffffff"/>
              </a:buClr>
              <a:buSzPct val="90000"/>
              <a:buFont typeface="Wingdings" charset="2"/>
              <a:buChar char=""/>
            </a:pPr>
            <a:r>
              <a:rPr b="0" lang="en-US" sz="3600" strike="noStrike" u="none">
                <a:solidFill>
                  <a:srgbClr val="ffffff"/>
                </a:solidFill>
                <a:effectLst/>
                <a:uFillTx/>
                <a:latin typeface="Segoe UI"/>
              </a:rPr>
              <a:t>Edit Master text styles</a:t>
            </a:r>
            <a:endParaRPr b="0" lang="en-US" sz="3600" strike="noStrike" u="none">
              <a:solidFill>
                <a:schemeClr val="lt1"/>
              </a:solidFill>
              <a:effectLst/>
              <a:uFillTx/>
              <a:latin typeface="Segoe UI Semilight"/>
            </a:endParaRPr>
          </a:p>
          <a:p>
            <a:pPr lvl="1" marL="457200" indent="-228600" defTabSz="932760">
              <a:lnSpc>
                <a:spcPct val="100000"/>
              </a:lnSpc>
              <a:spcBef>
                <a:spcPts val="561"/>
              </a:spcBef>
              <a:buClr>
                <a:srgbClr val="ffffff"/>
              </a:buClr>
              <a:buSzPct val="90000"/>
              <a:buFont typeface="Wingdings" charset="2"/>
              <a:buChar char=""/>
            </a:pPr>
            <a:r>
              <a:rPr b="0" lang="en-US" sz="2800" strike="noStrike" u="none">
                <a:solidFill>
                  <a:srgbClr val="ffffff"/>
                </a:solidFill>
                <a:effectLst/>
                <a:uFillTx/>
                <a:latin typeface="Segoe UI"/>
              </a:rPr>
              <a:t>Second level</a:t>
            </a:r>
            <a:endParaRPr b="0" lang="en-US" sz="2800" strike="noStrike" u="none">
              <a:solidFill>
                <a:schemeClr val="lt1"/>
              </a:solidFill>
              <a:effectLst/>
              <a:uFillTx/>
              <a:latin typeface="Segoe UI"/>
            </a:endParaRPr>
          </a:p>
          <a:p>
            <a:pPr lvl="2" marL="657360" indent="-200160" defTabSz="932760">
              <a:lnSpc>
                <a:spcPct val="100000"/>
              </a:lnSpc>
              <a:spcBef>
                <a:spcPts val="479"/>
              </a:spcBef>
              <a:buClr>
                <a:srgbClr val="ffffff"/>
              </a:buClr>
              <a:buSzPct val="90000"/>
              <a:buFont typeface="Wingdings" charset="2"/>
              <a:buChar char=""/>
            </a:pPr>
            <a:r>
              <a:rPr b="0" lang="en-US" sz="2400" strike="noStrike" u="none">
                <a:solidFill>
                  <a:srgbClr val="ffffff"/>
                </a:solidFill>
                <a:effectLst/>
                <a:uFillTx/>
                <a:latin typeface="Segoe UI"/>
              </a:rPr>
              <a:t>Third level</a:t>
            </a:r>
            <a:endParaRPr b="0" lang="en-US" sz="2400" strike="noStrike" u="none">
              <a:solidFill>
                <a:schemeClr val="lt1"/>
              </a:solidFill>
              <a:effectLst/>
              <a:uFillTx/>
              <a:latin typeface="Segoe UI"/>
            </a:endParaRPr>
          </a:p>
          <a:p>
            <a:pPr lvl="3" marL="843120" indent="-18108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Fourth level</a:t>
            </a:r>
            <a:endParaRPr b="0" lang="en-US" sz="2000" strike="noStrike" u="none">
              <a:solidFill>
                <a:schemeClr val="lt1"/>
              </a:solidFill>
              <a:effectLst/>
              <a:uFillTx/>
              <a:latin typeface="Segoe UI"/>
            </a:endParaRPr>
          </a:p>
          <a:p>
            <a:pPr lvl="4" marL="1023840" indent="-168120" defTabSz="932760">
              <a:lnSpc>
                <a:spcPct val="100000"/>
              </a:lnSpc>
              <a:spcBef>
                <a:spcPts val="360"/>
              </a:spcBef>
              <a:buClr>
                <a:srgbClr val="ffffff"/>
              </a:buClr>
              <a:buSzPct val="90000"/>
              <a:buFont typeface="Wingdings" charset="2"/>
              <a:buChar char=""/>
            </a:pPr>
            <a:r>
              <a:rPr b="0" lang="en-US" sz="1800" strike="noStrike" u="none">
                <a:solidFill>
                  <a:srgbClr val="ffffff"/>
                </a:solidFill>
                <a:effectLst/>
                <a:uFillTx/>
                <a:latin typeface="Segoe UI"/>
              </a:rPr>
              <a:t>Fifth level</a:t>
            </a:r>
            <a:endParaRPr b="0" lang="en-US" sz="1800" strike="noStrike" u="none">
              <a:solidFill>
                <a:schemeClr val="lt1"/>
              </a:solidFill>
              <a:effectLst/>
              <a:uFillTx/>
              <a:latin typeface="Segoe UI"/>
            </a:endParaRPr>
          </a:p>
        </p:txBody>
      </p:sp>
      <p:sp>
        <p:nvSpPr>
          <p:cNvPr id="2102" name="PlaceHolder 3"/>
          <p:cNvSpPr>
            <a:spLocks noGrp="1"/>
          </p:cNvSpPr>
          <p:nvPr>
            <p:ph type="body"/>
          </p:nvPr>
        </p:nvSpPr>
        <p:spPr>
          <a:xfrm>
            <a:off x="0" y="6269040"/>
            <a:ext cx="12191760" cy="588600"/>
          </a:xfrm>
          <a:prstGeom prst="rect">
            <a:avLst/>
          </a:prstGeom>
          <a:solidFill>
            <a:srgbClr val="ffff99"/>
          </a:solidFill>
          <a:ln w="0">
            <a:noFill/>
          </a:ln>
        </p:spPr>
        <p:txBody>
          <a:bodyPr lIns="155520" rIns="155520" tIns="77760" bIns="45720" anchor="b">
            <a:noAutofit/>
          </a:bodyPr>
          <a:p>
            <a:pPr marL="228600" indent="-228600" algn="r" defTabSz="932760">
              <a:lnSpc>
                <a:spcPct val="100000"/>
              </a:lnSpc>
              <a:spcBef>
                <a:spcPts val="740"/>
              </a:spcBef>
              <a:buNone/>
              <a:tabLst>
                <a:tab algn="l" pos="0"/>
              </a:tabLst>
            </a:pPr>
            <a:r>
              <a:rPr b="0" lang="en-US" sz="3700" spc="-51" strike="noStrike" u="none">
                <a:solidFill>
                  <a:srgbClr val="000000"/>
                </a:solidFill>
                <a:effectLst/>
                <a:uFillTx/>
                <a:latin typeface="Segoe UI"/>
                <a:ea typeface="Segoe UI"/>
              </a:rPr>
              <a:t>Next:</a:t>
            </a:r>
            <a:endParaRPr b="0" lang="en-US" sz="3700" strike="noStrike" u="none">
              <a:solidFill>
                <a:schemeClr val="lt1"/>
              </a:solidFill>
              <a:effectLst/>
              <a:uFillTx/>
              <a:latin typeface="Segoe UI Semilight"/>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losing logo slide">
    <p:bg>
      <p:bgPr>
        <a:solidFill>
          <a:srgbClr val="000000"/>
        </a:solidFill>
      </p:bgPr>
    </p:bg>
    <p:spTree>
      <p:nvGrpSpPr>
        <p:cNvPr id="1" name=""/>
        <p:cNvGrpSpPr/>
        <p:nvPr/>
      </p:nvGrpSpPr>
      <p:grpSpPr>
        <a:xfrm>
          <a:off x="0" y="0"/>
          <a:ext cx="0" cy="0"/>
          <a:chOff x="0" y="0"/>
          <a:chExt cx="0" cy="0"/>
        </a:xfrm>
      </p:grpSpPr>
      <p:grpSp>
        <p:nvGrpSpPr>
          <p:cNvPr id="2103" name="GRID"/>
          <p:cNvGrpSpPr/>
          <p:nvPr/>
        </p:nvGrpSpPr>
        <p:grpSpPr>
          <a:xfrm>
            <a:off x="0" y="0"/>
            <a:ext cx="12191760" cy="6858000"/>
            <a:chOff x="0" y="0"/>
            <a:chExt cx="12191760" cy="6858000"/>
          </a:xfrm>
        </p:grpSpPr>
        <p:cxnSp>
          <p:nvCxnSpPr>
            <p:cNvPr id="210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10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106" name="Straight Connector 9"/>
            <p:cNvCxnSpPr/>
            <p:nvPr/>
          </p:nvCxnSpPr>
          <p:spPr>
            <a:xfrm>
              <a:off x="0" y="585000"/>
              <a:ext cx="12189240" cy="360"/>
            </a:xfrm>
            <a:prstGeom prst="straightConnector1">
              <a:avLst/>
            </a:prstGeom>
            <a:ln w="3175">
              <a:solidFill>
                <a:srgbClr val="df45d4"/>
              </a:solidFill>
              <a:round/>
            </a:ln>
          </p:spPr>
        </p:cxnSp>
        <p:cxnSp>
          <p:nvCxnSpPr>
            <p:cNvPr id="2107" name="Straight Connector 10"/>
            <p:cNvCxnSpPr/>
            <p:nvPr/>
          </p:nvCxnSpPr>
          <p:spPr>
            <a:xfrm>
              <a:off x="0" y="6272640"/>
              <a:ext cx="12189240" cy="360"/>
            </a:xfrm>
            <a:prstGeom prst="straightConnector1">
              <a:avLst/>
            </a:prstGeom>
            <a:ln w="3175">
              <a:solidFill>
                <a:srgbClr val="df45d4"/>
              </a:solidFill>
              <a:round/>
            </a:ln>
          </p:spPr>
        </p:cxnSp>
        <p:cxnSp>
          <p:nvCxnSpPr>
            <p:cNvPr id="210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10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11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11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11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11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114" name="Straight Connector 17"/>
            <p:cNvCxnSpPr/>
            <p:nvPr/>
          </p:nvCxnSpPr>
          <p:spPr>
            <a:xfrm>
              <a:off x="585000" y="0"/>
              <a:ext cx="360" cy="6858360"/>
            </a:xfrm>
            <a:prstGeom prst="straightConnector1">
              <a:avLst/>
            </a:prstGeom>
            <a:ln w="3175">
              <a:solidFill>
                <a:srgbClr val="df45d4"/>
              </a:solidFill>
              <a:round/>
            </a:ln>
          </p:spPr>
        </p:cxnSp>
        <p:cxnSp>
          <p:nvCxnSpPr>
            <p:cNvPr id="211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11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11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11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119" name="Straight Connector 22"/>
            <p:cNvCxnSpPr/>
            <p:nvPr/>
          </p:nvCxnSpPr>
          <p:spPr>
            <a:xfrm>
              <a:off x="11606760" y="0"/>
              <a:ext cx="360" cy="6858360"/>
            </a:xfrm>
            <a:prstGeom prst="straightConnector1">
              <a:avLst/>
            </a:prstGeom>
            <a:ln w="3175">
              <a:solidFill>
                <a:srgbClr val="df45d4"/>
              </a:solidFill>
              <a:round/>
            </a:ln>
          </p:spPr>
        </p:cxnSp>
        <p:cxnSp>
          <p:nvCxnSpPr>
            <p:cNvPr id="212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12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12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12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12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12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12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12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12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12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13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13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13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13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13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13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13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13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138"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139"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14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141" name="PlaceHolder 1"/>
          <p:cNvSpPr>
            <a:spLocks noGrp="1"/>
          </p:cNvSpPr>
          <p:nvPr>
            <p:ph type="title"/>
          </p:nvPr>
        </p:nvSpPr>
        <p:spPr>
          <a:xfrm>
            <a:off x="585360" y="2985120"/>
            <a:ext cx="9143640" cy="549000"/>
          </a:xfrm>
          <a:prstGeom prst="rect">
            <a:avLst/>
          </a:prstGeom>
          <a:noFill/>
          <a:ln w="0">
            <a:noFill/>
          </a:ln>
        </p:spPr>
        <p:txBody>
          <a:bodyPr lIns="0" rIns="0" tIns="0" bIns="0" anchor="b">
            <a:spAutoFit/>
          </a:bodyPr>
          <a:p>
            <a:pPr indent="0" defTabSz="932760">
              <a:lnSpc>
                <a:spcPct val="90000"/>
              </a:lnSpc>
              <a:buNone/>
            </a:pPr>
            <a:r>
              <a:rPr b="0" lang="en-US" sz="3600" spc="-51" strike="noStrike" u="none">
                <a:solidFill>
                  <a:srgbClr val="ffffff"/>
                </a:solidFill>
                <a:effectLst/>
                <a:uFillTx/>
                <a:latin typeface="Segoe UI Semibold"/>
              </a:rPr>
              <a:t>Click to add copy</a:t>
            </a:r>
            <a:endParaRPr b="0" lang="en-US" sz="3600" strike="noStrike" u="none">
              <a:solidFill>
                <a:schemeClr val="lt1"/>
              </a:solidFill>
              <a:effectLst/>
              <a:uFillTx/>
              <a:latin typeface="Segoe UI"/>
            </a:endParaRPr>
          </a:p>
        </p:txBody>
      </p:sp>
      <p:pic>
        <p:nvPicPr>
          <p:cNvPr id="2142" name="Picture 4" descr="A close up of a logo&#10;&#10;Description automatically generated"/>
          <p:cNvPicPr/>
          <p:nvPr/>
        </p:nvPicPr>
        <p:blipFill>
          <a:blip r:embed="rId3"/>
          <a:srcRect l="25754" t="-137" r="8703" b="10286"/>
          <a:stretch/>
        </p:blipFill>
        <p:spPr>
          <a:xfrm>
            <a:off x="0" y="727200"/>
            <a:ext cx="12191760" cy="6130440"/>
          </a:xfrm>
          <a:prstGeom prst="rect">
            <a:avLst/>
          </a:prstGeom>
          <a:noFill/>
          <a:ln w="0">
            <a:noFill/>
          </a:ln>
        </p:spPr>
      </p:pic>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Closing logo slide">
    <p:bg>
      <p:bgPr>
        <a:solidFill>
          <a:srgbClr val="000000"/>
        </a:solidFill>
      </p:bgPr>
    </p:bg>
    <p:spTree>
      <p:nvGrpSpPr>
        <p:cNvPr id="1" name=""/>
        <p:cNvGrpSpPr/>
        <p:nvPr/>
      </p:nvGrpSpPr>
      <p:grpSpPr>
        <a:xfrm>
          <a:off x="0" y="0"/>
          <a:ext cx="0" cy="0"/>
          <a:chOff x="0" y="0"/>
          <a:chExt cx="0" cy="0"/>
        </a:xfrm>
      </p:grpSpPr>
      <p:grpSp>
        <p:nvGrpSpPr>
          <p:cNvPr id="2143" name="GRID"/>
          <p:cNvGrpSpPr/>
          <p:nvPr/>
        </p:nvGrpSpPr>
        <p:grpSpPr>
          <a:xfrm>
            <a:off x="0" y="0"/>
            <a:ext cx="12191760" cy="6858000"/>
            <a:chOff x="0" y="0"/>
            <a:chExt cx="12191760" cy="6858000"/>
          </a:xfrm>
        </p:grpSpPr>
        <p:cxnSp>
          <p:nvCxnSpPr>
            <p:cNvPr id="214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14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146" name="Straight Connector 9"/>
            <p:cNvCxnSpPr/>
            <p:nvPr/>
          </p:nvCxnSpPr>
          <p:spPr>
            <a:xfrm>
              <a:off x="0" y="585000"/>
              <a:ext cx="12189240" cy="360"/>
            </a:xfrm>
            <a:prstGeom prst="straightConnector1">
              <a:avLst/>
            </a:prstGeom>
            <a:ln w="3175">
              <a:solidFill>
                <a:srgbClr val="df45d4"/>
              </a:solidFill>
              <a:round/>
            </a:ln>
          </p:spPr>
        </p:cxnSp>
        <p:cxnSp>
          <p:nvCxnSpPr>
            <p:cNvPr id="2147" name="Straight Connector 10"/>
            <p:cNvCxnSpPr/>
            <p:nvPr/>
          </p:nvCxnSpPr>
          <p:spPr>
            <a:xfrm>
              <a:off x="0" y="6272640"/>
              <a:ext cx="12189240" cy="360"/>
            </a:xfrm>
            <a:prstGeom prst="straightConnector1">
              <a:avLst/>
            </a:prstGeom>
            <a:ln w="3175">
              <a:solidFill>
                <a:srgbClr val="df45d4"/>
              </a:solidFill>
              <a:round/>
            </a:ln>
          </p:spPr>
        </p:cxnSp>
        <p:cxnSp>
          <p:nvCxnSpPr>
            <p:cNvPr id="214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14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15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15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15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15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154" name="Straight Connector 17"/>
            <p:cNvCxnSpPr/>
            <p:nvPr/>
          </p:nvCxnSpPr>
          <p:spPr>
            <a:xfrm>
              <a:off x="585000" y="0"/>
              <a:ext cx="360" cy="6858360"/>
            </a:xfrm>
            <a:prstGeom prst="straightConnector1">
              <a:avLst/>
            </a:prstGeom>
            <a:ln w="3175">
              <a:solidFill>
                <a:srgbClr val="df45d4"/>
              </a:solidFill>
              <a:round/>
            </a:ln>
          </p:spPr>
        </p:cxnSp>
        <p:cxnSp>
          <p:nvCxnSpPr>
            <p:cNvPr id="215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15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15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15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159" name="Straight Connector 22"/>
            <p:cNvCxnSpPr/>
            <p:nvPr/>
          </p:nvCxnSpPr>
          <p:spPr>
            <a:xfrm>
              <a:off x="11606760" y="0"/>
              <a:ext cx="360" cy="6858360"/>
            </a:xfrm>
            <a:prstGeom prst="straightConnector1">
              <a:avLst/>
            </a:prstGeom>
            <a:ln w="3175">
              <a:solidFill>
                <a:srgbClr val="df45d4"/>
              </a:solidFill>
              <a:round/>
            </a:ln>
          </p:spPr>
        </p:cxnSp>
        <p:cxnSp>
          <p:nvCxnSpPr>
            <p:cNvPr id="216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16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16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16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16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16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16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16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16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16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17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17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17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17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17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17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17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17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178"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179"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18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2181" name="Picture 4" descr="A close up of a logo&#10;&#10;Description automatically generated"/>
          <p:cNvPicPr/>
          <p:nvPr/>
        </p:nvPicPr>
        <p:blipFill>
          <a:blip r:embed="rId3"/>
          <a:srcRect l="25754" t="-137" r="8703" b="10286"/>
          <a:stretch/>
        </p:blipFill>
        <p:spPr>
          <a:xfrm>
            <a:off x="0" y="727200"/>
            <a:ext cx="12191760" cy="6130440"/>
          </a:xfrm>
          <a:prstGeom prst="rect">
            <a:avLst/>
          </a:prstGeom>
          <a:noFill/>
          <a:ln w="0">
            <a:noFill/>
          </a:ln>
        </p:spPr>
      </p:pic>
      <p:pic>
        <p:nvPicPr>
          <p:cNvPr id="2182" name="Picture 5"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9">
    <p:bg>
      <p:bgPr>
        <a:solidFill>
          <a:srgbClr val="000000"/>
        </a:solidFill>
      </p:bgPr>
    </p:bg>
    <p:spTree>
      <p:nvGrpSpPr>
        <p:cNvPr id="1" name=""/>
        <p:cNvGrpSpPr/>
        <p:nvPr/>
      </p:nvGrpSpPr>
      <p:grpSpPr>
        <a:xfrm>
          <a:off x="0" y="0"/>
          <a:ext cx="0" cy="0"/>
          <a:chOff x="0" y="0"/>
          <a:chExt cx="0" cy="0"/>
        </a:xfrm>
      </p:grpSpPr>
      <p:grpSp>
        <p:nvGrpSpPr>
          <p:cNvPr id="2183" name="GRID"/>
          <p:cNvGrpSpPr/>
          <p:nvPr/>
        </p:nvGrpSpPr>
        <p:grpSpPr>
          <a:xfrm>
            <a:off x="0" y="0"/>
            <a:ext cx="12191760" cy="6858000"/>
            <a:chOff x="0" y="0"/>
            <a:chExt cx="12191760" cy="6858000"/>
          </a:xfrm>
        </p:grpSpPr>
        <p:cxnSp>
          <p:nvCxnSpPr>
            <p:cNvPr id="2184"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185"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186" name="Straight Connector 9"/>
            <p:cNvCxnSpPr/>
            <p:nvPr/>
          </p:nvCxnSpPr>
          <p:spPr>
            <a:xfrm>
              <a:off x="0" y="585000"/>
              <a:ext cx="12189240" cy="360"/>
            </a:xfrm>
            <a:prstGeom prst="straightConnector1">
              <a:avLst/>
            </a:prstGeom>
            <a:ln w="3175">
              <a:solidFill>
                <a:srgbClr val="df45d4"/>
              </a:solidFill>
              <a:round/>
            </a:ln>
          </p:spPr>
        </p:cxnSp>
        <p:cxnSp>
          <p:nvCxnSpPr>
            <p:cNvPr id="2187" name="Straight Connector 10"/>
            <p:cNvCxnSpPr/>
            <p:nvPr/>
          </p:nvCxnSpPr>
          <p:spPr>
            <a:xfrm>
              <a:off x="0" y="6272640"/>
              <a:ext cx="12189240" cy="360"/>
            </a:xfrm>
            <a:prstGeom prst="straightConnector1">
              <a:avLst/>
            </a:prstGeom>
            <a:ln w="3175">
              <a:solidFill>
                <a:srgbClr val="df45d4"/>
              </a:solidFill>
              <a:round/>
            </a:ln>
          </p:spPr>
        </p:cxnSp>
        <p:cxnSp>
          <p:nvCxnSpPr>
            <p:cNvPr id="2188"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189"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190"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191"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192"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193"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194" name="Straight Connector 17"/>
            <p:cNvCxnSpPr/>
            <p:nvPr/>
          </p:nvCxnSpPr>
          <p:spPr>
            <a:xfrm>
              <a:off x="585000" y="0"/>
              <a:ext cx="360" cy="6858360"/>
            </a:xfrm>
            <a:prstGeom prst="straightConnector1">
              <a:avLst/>
            </a:prstGeom>
            <a:ln w="3175">
              <a:solidFill>
                <a:srgbClr val="df45d4"/>
              </a:solidFill>
              <a:round/>
            </a:ln>
          </p:spPr>
        </p:cxnSp>
        <p:cxnSp>
          <p:nvCxnSpPr>
            <p:cNvPr id="2195"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196"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197"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198"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199" name="Straight Connector 22"/>
            <p:cNvCxnSpPr/>
            <p:nvPr/>
          </p:nvCxnSpPr>
          <p:spPr>
            <a:xfrm>
              <a:off x="11606760" y="0"/>
              <a:ext cx="360" cy="6858360"/>
            </a:xfrm>
            <a:prstGeom prst="straightConnector1">
              <a:avLst/>
            </a:prstGeom>
            <a:ln w="3175">
              <a:solidFill>
                <a:srgbClr val="df45d4"/>
              </a:solidFill>
              <a:round/>
            </a:ln>
          </p:spPr>
        </p:cxnSp>
        <p:cxnSp>
          <p:nvCxnSpPr>
            <p:cNvPr id="2200"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201"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202"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203"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204"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205"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206"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207"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208"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209"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210"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211"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212"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213"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214"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215"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216"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217"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218"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219"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220"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2221" name="Picture 9" descr=""/>
          <p:cNvPicPr/>
          <p:nvPr/>
        </p:nvPicPr>
        <p:blipFill>
          <a:blip r:embed="rId3"/>
          <a:stretch/>
        </p:blipFill>
        <p:spPr>
          <a:xfrm>
            <a:off x="0" y="6017400"/>
            <a:ext cx="12191760" cy="257760"/>
          </a:xfrm>
          <a:prstGeom prst="rect">
            <a:avLst/>
          </a:prstGeom>
          <a:noFill/>
          <a:ln w="0">
            <a:noFill/>
          </a:ln>
        </p:spPr>
      </p:pic>
      <p:sp>
        <p:nvSpPr>
          <p:cNvPr id="2222"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chemeClr val="lt1"/>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2223"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chemeClr val="lt1"/>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2224" name="Picture 7"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_Closing logo slide">
    <p:bg>
      <p:bgPr>
        <a:solidFill>
          <a:schemeClr val="dk2"/>
        </a:solidFill>
      </p:bgPr>
    </p:bg>
    <p:spTree>
      <p:nvGrpSpPr>
        <p:cNvPr id="1" name=""/>
        <p:cNvGrpSpPr/>
        <p:nvPr/>
      </p:nvGrpSpPr>
      <p:grpSpPr>
        <a:xfrm>
          <a:off x="0" y="0"/>
          <a:ext cx="0" cy="0"/>
          <a:chOff x="0" y="0"/>
          <a:chExt cx="0" cy="0"/>
        </a:xfrm>
      </p:grpSpPr>
      <p:grpSp>
        <p:nvGrpSpPr>
          <p:cNvPr id="2225" name="GRID"/>
          <p:cNvGrpSpPr/>
          <p:nvPr/>
        </p:nvGrpSpPr>
        <p:grpSpPr>
          <a:xfrm>
            <a:off x="0" y="0"/>
            <a:ext cx="12191760" cy="6858000"/>
            <a:chOff x="0" y="0"/>
            <a:chExt cx="12191760" cy="6858000"/>
          </a:xfrm>
        </p:grpSpPr>
        <p:cxnSp>
          <p:nvCxnSpPr>
            <p:cNvPr id="222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22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228" name="Straight Connector 9"/>
            <p:cNvCxnSpPr/>
            <p:nvPr/>
          </p:nvCxnSpPr>
          <p:spPr>
            <a:xfrm>
              <a:off x="0" y="585000"/>
              <a:ext cx="12189240" cy="360"/>
            </a:xfrm>
            <a:prstGeom prst="straightConnector1">
              <a:avLst/>
            </a:prstGeom>
            <a:ln w="3175">
              <a:solidFill>
                <a:srgbClr val="df45d4"/>
              </a:solidFill>
              <a:round/>
            </a:ln>
          </p:spPr>
        </p:cxnSp>
        <p:cxnSp>
          <p:nvCxnSpPr>
            <p:cNvPr id="2229" name="Straight Connector 10"/>
            <p:cNvCxnSpPr/>
            <p:nvPr/>
          </p:nvCxnSpPr>
          <p:spPr>
            <a:xfrm>
              <a:off x="0" y="6272640"/>
              <a:ext cx="12189240" cy="360"/>
            </a:xfrm>
            <a:prstGeom prst="straightConnector1">
              <a:avLst/>
            </a:prstGeom>
            <a:ln w="3175">
              <a:solidFill>
                <a:srgbClr val="df45d4"/>
              </a:solidFill>
              <a:round/>
            </a:ln>
          </p:spPr>
        </p:cxnSp>
        <p:cxnSp>
          <p:nvCxnSpPr>
            <p:cNvPr id="223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23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23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23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23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23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236" name="Straight Connector 17"/>
            <p:cNvCxnSpPr/>
            <p:nvPr/>
          </p:nvCxnSpPr>
          <p:spPr>
            <a:xfrm>
              <a:off x="585000" y="0"/>
              <a:ext cx="360" cy="6858360"/>
            </a:xfrm>
            <a:prstGeom prst="straightConnector1">
              <a:avLst/>
            </a:prstGeom>
            <a:ln w="3175">
              <a:solidFill>
                <a:srgbClr val="df45d4"/>
              </a:solidFill>
              <a:round/>
            </a:ln>
          </p:spPr>
        </p:cxnSp>
        <p:cxnSp>
          <p:nvCxnSpPr>
            <p:cNvPr id="223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23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23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24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241" name="Straight Connector 22"/>
            <p:cNvCxnSpPr/>
            <p:nvPr/>
          </p:nvCxnSpPr>
          <p:spPr>
            <a:xfrm>
              <a:off x="11606760" y="0"/>
              <a:ext cx="360" cy="6858360"/>
            </a:xfrm>
            <a:prstGeom prst="straightConnector1">
              <a:avLst/>
            </a:prstGeom>
            <a:ln w="3175">
              <a:solidFill>
                <a:srgbClr val="df45d4"/>
              </a:solidFill>
              <a:round/>
            </a:ln>
          </p:spPr>
        </p:cxnSp>
        <p:cxnSp>
          <p:nvCxnSpPr>
            <p:cNvPr id="224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24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24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24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24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24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24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24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25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25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25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25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25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25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25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25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25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25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260"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261"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26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pic>
        <p:nvPicPr>
          <p:cNvPr id="2263" name="Picture 4" descr="A close up of a logo&#10;&#10;Description automatically generated"/>
          <p:cNvPicPr/>
          <p:nvPr/>
        </p:nvPicPr>
        <p:blipFill>
          <a:blip r:embed="rId3"/>
          <a:srcRect l="25754" t="-137" r="8703" b="10286"/>
          <a:stretch/>
        </p:blipFill>
        <p:spPr>
          <a:xfrm>
            <a:off x="0" y="727200"/>
            <a:ext cx="12191760" cy="6130440"/>
          </a:xfrm>
          <a:prstGeom prst="rect">
            <a:avLst/>
          </a:prstGeom>
          <a:noFill/>
          <a:ln w="0">
            <a:noFill/>
          </a:ln>
        </p:spPr>
      </p:pic>
      <p:pic>
        <p:nvPicPr>
          <p:cNvPr id="2264" name="Picture 5"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0">
    <p:bg>
      <p:bgPr>
        <a:solidFill>
          <a:srgbClr val="2f2f2f"/>
        </a:solidFill>
      </p:bgPr>
    </p:bg>
    <p:spTree>
      <p:nvGrpSpPr>
        <p:cNvPr id="1" name=""/>
        <p:cNvGrpSpPr/>
        <p:nvPr/>
      </p:nvGrpSpPr>
      <p:grpSpPr>
        <a:xfrm>
          <a:off x="0" y="0"/>
          <a:ext cx="0" cy="0"/>
          <a:chOff x="0" y="0"/>
          <a:chExt cx="0" cy="0"/>
        </a:xfrm>
      </p:grpSpPr>
      <p:grpSp>
        <p:nvGrpSpPr>
          <p:cNvPr id="2265" name="GRID"/>
          <p:cNvGrpSpPr/>
          <p:nvPr/>
        </p:nvGrpSpPr>
        <p:grpSpPr>
          <a:xfrm>
            <a:off x="0" y="0"/>
            <a:ext cx="12191760" cy="6858000"/>
            <a:chOff x="0" y="0"/>
            <a:chExt cx="12191760" cy="6858000"/>
          </a:xfrm>
        </p:grpSpPr>
        <p:cxnSp>
          <p:nvCxnSpPr>
            <p:cNvPr id="2266"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267"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268" name="Straight Connector 9"/>
            <p:cNvCxnSpPr/>
            <p:nvPr/>
          </p:nvCxnSpPr>
          <p:spPr>
            <a:xfrm>
              <a:off x="0" y="585000"/>
              <a:ext cx="12189240" cy="360"/>
            </a:xfrm>
            <a:prstGeom prst="straightConnector1">
              <a:avLst/>
            </a:prstGeom>
            <a:ln w="3175">
              <a:solidFill>
                <a:srgbClr val="df45d4"/>
              </a:solidFill>
              <a:round/>
            </a:ln>
          </p:spPr>
        </p:cxnSp>
        <p:cxnSp>
          <p:nvCxnSpPr>
            <p:cNvPr id="2269" name="Straight Connector 10"/>
            <p:cNvCxnSpPr/>
            <p:nvPr/>
          </p:nvCxnSpPr>
          <p:spPr>
            <a:xfrm>
              <a:off x="0" y="6272640"/>
              <a:ext cx="12189240" cy="360"/>
            </a:xfrm>
            <a:prstGeom prst="straightConnector1">
              <a:avLst/>
            </a:prstGeom>
            <a:ln w="3175">
              <a:solidFill>
                <a:srgbClr val="df45d4"/>
              </a:solidFill>
              <a:round/>
            </a:ln>
          </p:spPr>
        </p:cxnSp>
        <p:cxnSp>
          <p:nvCxnSpPr>
            <p:cNvPr id="2270"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271"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272"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273"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274"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275"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276" name="Straight Connector 17"/>
            <p:cNvCxnSpPr/>
            <p:nvPr/>
          </p:nvCxnSpPr>
          <p:spPr>
            <a:xfrm>
              <a:off x="585000" y="0"/>
              <a:ext cx="360" cy="6858360"/>
            </a:xfrm>
            <a:prstGeom prst="straightConnector1">
              <a:avLst/>
            </a:prstGeom>
            <a:ln w="3175">
              <a:solidFill>
                <a:srgbClr val="df45d4"/>
              </a:solidFill>
              <a:round/>
            </a:ln>
          </p:spPr>
        </p:cxnSp>
        <p:cxnSp>
          <p:nvCxnSpPr>
            <p:cNvPr id="2277"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278"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279"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280"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281" name="Straight Connector 22"/>
            <p:cNvCxnSpPr/>
            <p:nvPr/>
          </p:nvCxnSpPr>
          <p:spPr>
            <a:xfrm>
              <a:off x="11606760" y="0"/>
              <a:ext cx="360" cy="6858360"/>
            </a:xfrm>
            <a:prstGeom prst="straightConnector1">
              <a:avLst/>
            </a:prstGeom>
            <a:ln w="3175">
              <a:solidFill>
                <a:srgbClr val="df45d4"/>
              </a:solidFill>
              <a:round/>
            </a:ln>
          </p:spPr>
        </p:cxnSp>
        <p:cxnSp>
          <p:nvCxnSpPr>
            <p:cNvPr id="2282"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283"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284"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285"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286"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287"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288"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289"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290"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291"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292"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293"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294"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295"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296"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297"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298"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299"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300"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301"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302"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303" name="PlaceHolder 1"/>
          <p:cNvSpPr>
            <a:spLocks noGrp="1"/>
          </p:cNvSpPr>
          <p:nvPr>
            <p:ph type="title"/>
          </p:nvPr>
        </p:nvSpPr>
        <p:spPr>
          <a:xfrm>
            <a:off x="584280" y="2331000"/>
            <a:ext cx="6637680" cy="1097640"/>
          </a:xfrm>
          <a:prstGeom prst="rect">
            <a:avLst/>
          </a:prstGeom>
          <a:noFill/>
          <a:ln w="0">
            <a:noFill/>
          </a:ln>
        </p:spPr>
        <p:txBody>
          <a:bodyPr lIns="0" rIns="0" tIns="0" bIns="0" anchor="b">
            <a:spAutoFit/>
          </a:bodyPr>
          <a:p>
            <a:pPr indent="0" defTabSz="932760">
              <a:lnSpc>
                <a:spcPct val="100000"/>
              </a:lnSpc>
              <a:buNone/>
            </a:pPr>
            <a:r>
              <a:rPr b="0" lang="en-US" sz="3600" spc="-51" strike="noStrike" u="none">
                <a:solidFill>
                  <a:schemeClr val="lt1"/>
                </a:solidFill>
                <a:effectLst/>
                <a:uFillTx/>
                <a:latin typeface="Segoe UI Semibold"/>
              </a:rPr>
              <a:t>Event name or presentation title </a:t>
            </a:r>
            <a:endParaRPr b="0" lang="en-US" sz="3600" strike="noStrike" u="none">
              <a:solidFill>
                <a:schemeClr val="lt1"/>
              </a:solidFill>
              <a:effectLst/>
              <a:uFillTx/>
              <a:latin typeface="Segoe UI"/>
            </a:endParaRPr>
          </a:p>
        </p:txBody>
      </p:sp>
      <p:sp>
        <p:nvSpPr>
          <p:cNvPr id="2304" name="PlaceHolder 2"/>
          <p:cNvSpPr>
            <a:spLocks noGrp="1"/>
          </p:cNvSpPr>
          <p:nvPr>
            <p:ph type="body"/>
          </p:nvPr>
        </p:nvSpPr>
        <p:spPr>
          <a:xfrm>
            <a:off x="584280" y="3543120"/>
            <a:ext cx="6655320" cy="2566800"/>
          </a:xfrm>
          <a:prstGeom prst="rect">
            <a:avLst/>
          </a:prstGeom>
          <a:noFill/>
          <a:ln w="0">
            <a:noFill/>
          </a:ln>
        </p:spPr>
        <p:txBody>
          <a:bodyPr lIns="0" rIns="0" tIns="0" bIns="0" anchor="t">
            <a:spAutoFit/>
          </a:bodyPr>
          <a:p>
            <a:pPr indent="0" defTabSz="932760">
              <a:lnSpc>
                <a:spcPct val="100000"/>
              </a:lnSpc>
              <a:buNone/>
              <a:tabLst>
                <a:tab algn="l" pos="0"/>
              </a:tabLst>
            </a:pPr>
            <a:r>
              <a:rPr b="0" lang="en-US" sz="2000" strike="noStrike" u="none">
                <a:solidFill>
                  <a:schemeClr val="lt1"/>
                </a:solidFill>
                <a:effectLst/>
                <a:uFillTx/>
                <a:latin typeface="Segoe UI"/>
              </a:rPr>
              <a:t>Speaker name or subtitle text</a:t>
            </a:r>
            <a:endParaRPr b="0" lang="en-US" sz="2000" strike="noStrike" u="none">
              <a:solidFill>
                <a:schemeClr val="lt1"/>
              </a:solidFill>
              <a:effectLst/>
              <a:uFillTx/>
              <a:latin typeface="Segoe UI Semilight"/>
            </a:endParaRPr>
          </a:p>
        </p:txBody>
      </p:sp>
      <p:pic>
        <p:nvPicPr>
          <p:cNvPr id="2305" name="Picture 5" descr=""/>
          <p:cNvPicPr/>
          <p:nvPr/>
        </p:nvPicPr>
        <p:blipFill>
          <a:blip r:embed="rId3"/>
          <a:srcRect l="25667" t="0" r="8654" b="9963"/>
          <a:stretch/>
        </p:blipFill>
        <p:spPr>
          <a:xfrm>
            <a:off x="0" y="727200"/>
            <a:ext cx="12191760" cy="6130440"/>
          </a:xfrm>
          <a:prstGeom prst="rect">
            <a:avLst/>
          </a:prstGeom>
          <a:noFill/>
          <a:ln w="0">
            <a:noFill/>
          </a:ln>
        </p:spPr>
      </p:pic>
      <p:pic>
        <p:nvPicPr>
          <p:cNvPr id="2306" name="Picture 6" descr=""/>
          <p:cNvPicPr/>
          <p:nvPr/>
        </p:nvPicPr>
        <p:blipFill>
          <a:blip r:embed="rId4"/>
          <a:stretch/>
        </p:blipFill>
        <p:spPr>
          <a:xfrm>
            <a:off x="587520" y="595800"/>
            <a:ext cx="2132640" cy="402120"/>
          </a:xfrm>
          <a:prstGeom prst="rect">
            <a:avLst/>
          </a:prstGeom>
          <a:noFill/>
          <a:ln w="0">
            <a:noFill/>
          </a:ln>
        </p:spPr>
      </p:pic>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1">
    <p:bg>
      <p:bgPr>
        <a:solidFill>
          <a:srgbClr val="000000"/>
        </a:solidFill>
      </p:bgPr>
    </p:bg>
    <p:spTree>
      <p:nvGrpSpPr>
        <p:cNvPr id="1" name=""/>
        <p:cNvGrpSpPr/>
        <p:nvPr/>
      </p:nvGrpSpPr>
      <p:grpSpPr>
        <a:xfrm>
          <a:off x="0" y="0"/>
          <a:ext cx="0" cy="0"/>
          <a:chOff x="0" y="0"/>
          <a:chExt cx="0" cy="0"/>
        </a:xfrm>
      </p:grpSpPr>
      <p:grpSp>
        <p:nvGrpSpPr>
          <p:cNvPr id="2307" name="GRID"/>
          <p:cNvGrpSpPr/>
          <p:nvPr/>
        </p:nvGrpSpPr>
        <p:grpSpPr>
          <a:xfrm>
            <a:off x="0" y="0"/>
            <a:ext cx="12191760" cy="6858000"/>
            <a:chOff x="0" y="0"/>
            <a:chExt cx="12191760" cy="6858000"/>
          </a:xfrm>
        </p:grpSpPr>
        <p:cxnSp>
          <p:nvCxnSpPr>
            <p:cNvPr id="2308"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309"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310" name="Straight Connector 9"/>
            <p:cNvCxnSpPr/>
            <p:nvPr/>
          </p:nvCxnSpPr>
          <p:spPr>
            <a:xfrm>
              <a:off x="0" y="585000"/>
              <a:ext cx="12189240" cy="360"/>
            </a:xfrm>
            <a:prstGeom prst="straightConnector1">
              <a:avLst/>
            </a:prstGeom>
            <a:ln w="3175">
              <a:solidFill>
                <a:srgbClr val="df45d4"/>
              </a:solidFill>
              <a:round/>
            </a:ln>
          </p:spPr>
        </p:cxnSp>
        <p:cxnSp>
          <p:nvCxnSpPr>
            <p:cNvPr id="2311" name="Straight Connector 10"/>
            <p:cNvCxnSpPr/>
            <p:nvPr/>
          </p:nvCxnSpPr>
          <p:spPr>
            <a:xfrm>
              <a:off x="0" y="6272640"/>
              <a:ext cx="12189240" cy="360"/>
            </a:xfrm>
            <a:prstGeom prst="straightConnector1">
              <a:avLst/>
            </a:prstGeom>
            <a:ln w="3175">
              <a:solidFill>
                <a:srgbClr val="df45d4"/>
              </a:solidFill>
              <a:round/>
            </a:ln>
          </p:spPr>
        </p:cxnSp>
        <p:cxnSp>
          <p:nvCxnSpPr>
            <p:cNvPr id="2312"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313"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314"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315"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316"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317"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318" name="Straight Connector 17"/>
            <p:cNvCxnSpPr/>
            <p:nvPr/>
          </p:nvCxnSpPr>
          <p:spPr>
            <a:xfrm>
              <a:off x="585000" y="0"/>
              <a:ext cx="360" cy="6858360"/>
            </a:xfrm>
            <a:prstGeom prst="straightConnector1">
              <a:avLst/>
            </a:prstGeom>
            <a:ln w="3175">
              <a:solidFill>
                <a:srgbClr val="df45d4"/>
              </a:solidFill>
              <a:round/>
            </a:ln>
          </p:spPr>
        </p:cxnSp>
        <p:cxnSp>
          <p:nvCxnSpPr>
            <p:cNvPr id="2319"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320"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321"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322"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323" name="Straight Connector 22"/>
            <p:cNvCxnSpPr/>
            <p:nvPr/>
          </p:nvCxnSpPr>
          <p:spPr>
            <a:xfrm>
              <a:off x="11606760" y="0"/>
              <a:ext cx="360" cy="6858360"/>
            </a:xfrm>
            <a:prstGeom prst="straightConnector1">
              <a:avLst/>
            </a:prstGeom>
            <a:ln w="3175">
              <a:solidFill>
                <a:srgbClr val="df45d4"/>
              </a:solidFill>
              <a:round/>
            </a:ln>
          </p:spPr>
        </p:cxnSp>
        <p:cxnSp>
          <p:nvCxnSpPr>
            <p:cNvPr id="2324"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325"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326"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327"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328"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329"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330"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331"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332"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333"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334"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335"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336"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337"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338"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339"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340"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341"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342"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343"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344"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345"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2346" name="PlaceHolder 2"/>
          <p:cNvSpPr>
            <a:spLocks noGrp="1"/>
          </p:cNvSpPr>
          <p:nvPr>
            <p:ph type="body"/>
          </p:nvPr>
        </p:nvSpPr>
        <p:spPr>
          <a:xfrm>
            <a:off x="586440" y="1434240"/>
            <a:ext cx="11018160" cy="3421080"/>
          </a:xfrm>
          <a:prstGeom prst="rect">
            <a:avLst/>
          </a:prstGeom>
          <a:noFill/>
          <a:ln w="0">
            <a:noFill/>
          </a:ln>
        </p:spPr>
        <p:txBody>
          <a:bodyPr lIns="0" rIns="0" tIns="0" bIns="0" anchor="t">
            <a:sp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Semilight"/>
            </a:endParaRPr>
          </a:p>
          <a:p>
            <a:pPr marL="685800" indent="0" defTabSz="932760">
              <a:lnSpc>
                <a:spcPct val="100000"/>
              </a:lnSpc>
              <a:spcBef>
                <a:spcPts val="281"/>
              </a:spcBef>
              <a:buNone/>
              <a:tabLst>
                <a:tab algn="l" pos="0"/>
              </a:tabLst>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Semilight"/>
            </a:endParaRPr>
          </a:p>
          <a:p>
            <a:pPr marL="914400" indent="0" defTabSz="932760">
              <a:lnSpc>
                <a:spcPct val="100000"/>
              </a:lnSpc>
              <a:spcBef>
                <a:spcPts val="281"/>
              </a:spcBef>
              <a:buNone/>
              <a:tabLst>
                <a:tab algn="l" pos="0"/>
              </a:tabLst>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Semilight"/>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2">
    <p:bg>
      <p:bgPr>
        <a:solidFill>
          <a:srgbClr val="000000"/>
        </a:solidFill>
      </p:bgPr>
    </p:bg>
    <p:spTree>
      <p:nvGrpSpPr>
        <p:cNvPr id="1" name=""/>
        <p:cNvGrpSpPr/>
        <p:nvPr/>
      </p:nvGrpSpPr>
      <p:grpSpPr>
        <a:xfrm>
          <a:off x="0" y="0"/>
          <a:ext cx="0" cy="0"/>
          <a:chOff x="0" y="0"/>
          <a:chExt cx="0" cy="0"/>
        </a:xfrm>
      </p:grpSpPr>
      <p:grpSp>
        <p:nvGrpSpPr>
          <p:cNvPr id="2347" name="GRID"/>
          <p:cNvGrpSpPr/>
          <p:nvPr/>
        </p:nvGrpSpPr>
        <p:grpSpPr>
          <a:xfrm>
            <a:off x="0" y="0"/>
            <a:ext cx="12191760" cy="6858000"/>
            <a:chOff x="0" y="0"/>
            <a:chExt cx="12191760" cy="6858000"/>
          </a:xfrm>
        </p:grpSpPr>
        <p:cxnSp>
          <p:nvCxnSpPr>
            <p:cNvPr id="2348"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349"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350" name="Straight Connector 9"/>
            <p:cNvCxnSpPr/>
            <p:nvPr/>
          </p:nvCxnSpPr>
          <p:spPr>
            <a:xfrm>
              <a:off x="0" y="585000"/>
              <a:ext cx="12189240" cy="360"/>
            </a:xfrm>
            <a:prstGeom prst="straightConnector1">
              <a:avLst/>
            </a:prstGeom>
            <a:ln w="3175">
              <a:solidFill>
                <a:srgbClr val="df45d4"/>
              </a:solidFill>
              <a:round/>
            </a:ln>
          </p:spPr>
        </p:cxnSp>
        <p:cxnSp>
          <p:nvCxnSpPr>
            <p:cNvPr id="2351" name="Straight Connector 10"/>
            <p:cNvCxnSpPr/>
            <p:nvPr/>
          </p:nvCxnSpPr>
          <p:spPr>
            <a:xfrm>
              <a:off x="0" y="6272640"/>
              <a:ext cx="12189240" cy="360"/>
            </a:xfrm>
            <a:prstGeom prst="straightConnector1">
              <a:avLst/>
            </a:prstGeom>
            <a:ln w="3175">
              <a:solidFill>
                <a:srgbClr val="df45d4"/>
              </a:solidFill>
              <a:round/>
            </a:ln>
          </p:spPr>
        </p:cxnSp>
        <p:cxnSp>
          <p:nvCxnSpPr>
            <p:cNvPr id="2352"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353"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354"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355"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356"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357"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358" name="Straight Connector 17"/>
            <p:cNvCxnSpPr/>
            <p:nvPr/>
          </p:nvCxnSpPr>
          <p:spPr>
            <a:xfrm>
              <a:off x="585000" y="0"/>
              <a:ext cx="360" cy="6858360"/>
            </a:xfrm>
            <a:prstGeom prst="straightConnector1">
              <a:avLst/>
            </a:prstGeom>
            <a:ln w="3175">
              <a:solidFill>
                <a:srgbClr val="df45d4"/>
              </a:solidFill>
              <a:round/>
            </a:ln>
          </p:spPr>
        </p:cxnSp>
        <p:cxnSp>
          <p:nvCxnSpPr>
            <p:cNvPr id="2359"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360"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361"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362"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363" name="Straight Connector 22"/>
            <p:cNvCxnSpPr/>
            <p:nvPr/>
          </p:nvCxnSpPr>
          <p:spPr>
            <a:xfrm>
              <a:off x="11606760" y="0"/>
              <a:ext cx="360" cy="6858360"/>
            </a:xfrm>
            <a:prstGeom prst="straightConnector1">
              <a:avLst/>
            </a:prstGeom>
            <a:ln w="3175">
              <a:solidFill>
                <a:srgbClr val="df45d4"/>
              </a:solidFill>
              <a:round/>
            </a:ln>
          </p:spPr>
        </p:cxnSp>
        <p:cxnSp>
          <p:nvCxnSpPr>
            <p:cNvPr id="2364"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365"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366"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367"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368"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369"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370"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371"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372"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373"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374"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375"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376"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377"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378"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379"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380"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381"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382"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383"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384"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385"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2386" name="PlaceHolder 2"/>
          <p:cNvSpPr>
            <a:spLocks noGrp="1"/>
          </p:cNvSpPr>
          <p:nvPr>
            <p:ph type="body"/>
          </p:nvPr>
        </p:nvSpPr>
        <p:spPr>
          <a:xfrm>
            <a:off x="586440" y="1434240"/>
            <a:ext cx="11018160" cy="3421080"/>
          </a:xfrm>
          <a:prstGeom prst="rect">
            <a:avLst/>
          </a:prstGeom>
          <a:noFill/>
          <a:ln w="0">
            <a:noFill/>
          </a:ln>
        </p:spPr>
        <p:txBody>
          <a:bodyPr lIns="0" rIns="0" tIns="0" bIns="0" anchor="t">
            <a:sp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Semilight"/>
            </a:endParaRPr>
          </a:p>
          <a:p>
            <a:pPr marL="685800" indent="0" defTabSz="932760">
              <a:lnSpc>
                <a:spcPct val="100000"/>
              </a:lnSpc>
              <a:spcBef>
                <a:spcPts val="281"/>
              </a:spcBef>
              <a:buNone/>
              <a:tabLst>
                <a:tab algn="l" pos="0"/>
              </a:tabLst>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Semilight"/>
            </a:endParaRPr>
          </a:p>
          <a:p>
            <a:pPr marL="914400" indent="0" defTabSz="932760">
              <a:lnSpc>
                <a:spcPct val="100000"/>
              </a:lnSpc>
              <a:spcBef>
                <a:spcPts val="281"/>
              </a:spcBef>
              <a:buNone/>
              <a:tabLst>
                <a:tab algn="l" pos="0"/>
              </a:tabLst>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Semilight"/>
            </a:endParaRPr>
          </a:p>
        </p:txBody>
      </p:sp>
      <p:pic>
        <p:nvPicPr>
          <p:cNvPr id="2387" name="Picture 4" descr=""/>
          <p:cNvPicPr/>
          <p:nvPr/>
        </p:nvPicPr>
        <p:blipFill>
          <a:blip r:embed="rId3"/>
          <a:stretch/>
        </p:blipFill>
        <p:spPr>
          <a:xfrm>
            <a:off x="0" y="6017400"/>
            <a:ext cx="12191760" cy="257760"/>
          </a:xfrm>
          <a:prstGeom prst="rect">
            <a:avLst/>
          </a:prstGeom>
          <a:noFill/>
          <a:ln w="0">
            <a:noFill/>
          </a:ln>
        </p:spPr>
      </p:pic>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3">
    <p:bg>
      <p:bgPr>
        <a:solidFill>
          <a:srgbClr val="000000"/>
        </a:solidFill>
      </p:bgPr>
    </p:bg>
    <p:spTree>
      <p:nvGrpSpPr>
        <p:cNvPr id="1" name=""/>
        <p:cNvGrpSpPr/>
        <p:nvPr/>
      </p:nvGrpSpPr>
      <p:grpSpPr>
        <a:xfrm>
          <a:off x="0" y="0"/>
          <a:ext cx="0" cy="0"/>
          <a:chOff x="0" y="0"/>
          <a:chExt cx="0" cy="0"/>
        </a:xfrm>
      </p:grpSpPr>
      <p:grpSp>
        <p:nvGrpSpPr>
          <p:cNvPr id="2388" name="GRID"/>
          <p:cNvGrpSpPr/>
          <p:nvPr/>
        </p:nvGrpSpPr>
        <p:grpSpPr>
          <a:xfrm>
            <a:off x="0" y="0"/>
            <a:ext cx="12191760" cy="6858000"/>
            <a:chOff x="0" y="0"/>
            <a:chExt cx="12191760" cy="6858000"/>
          </a:xfrm>
        </p:grpSpPr>
        <p:cxnSp>
          <p:nvCxnSpPr>
            <p:cNvPr id="2389"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390"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391" name="Straight Connector 9"/>
            <p:cNvCxnSpPr/>
            <p:nvPr/>
          </p:nvCxnSpPr>
          <p:spPr>
            <a:xfrm>
              <a:off x="0" y="585000"/>
              <a:ext cx="12189240" cy="360"/>
            </a:xfrm>
            <a:prstGeom prst="straightConnector1">
              <a:avLst/>
            </a:prstGeom>
            <a:ln w="3175">
              <a:solidFill>
                <a:srgbClr val="df45d4"/>
              </a:solidFill>
              <a:round/>
            </a:ln>
          </p:spPr>
        </p:cxnSp>
        <p:cxnSp>
          <p:nvCxnSpPr>
            <p:cNvPr id="2392" name="Straight Connector 10"/>
            <p:cNvCxnSpPr/>
            <p:nvPr/>
          </p:nvCxnSpPr>
          <p:spPr>
            <a:xfrm>
              <a:off x="0" y="6272640"/>
              <a:ext cx="12189240" cy="360"/>
            </a:xfrm>
            <a:prstGeom prst="straightConnector1">
              <a:avLst/>
            </a:prstGeom>
            <a:ln w="3175">
              <a:solidFill>
                <a:srgbClr val="df45d4"/>
              </a:solidFill>
              <a:round/>
            </a:ln>
          </p:spPr>
        </p:cxnSp>
        <p:cxnSp>
          <p:nvCxnSpPr>
            <p:cNvPr id="2393"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394"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395"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396"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397"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398"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399" name="Straight Connector 17"/>
            <p:cNvCxnSpPr/>
            <p:nvPr/>
          </p:nvCxnSpPr>
          <p:spPr>
            <a:xfrm>
              <a:off x="585000" y="0"/>
              <a:ext cx="360" cy="6858360"/>
            </a:xfrm>
            <a:prstGeom prst="straightConnector1">
              <a:avLst/>
            </a:prstGeom>
            <a:ln w="3175">
              <a:solidFill>
                <a:srgbClr val="df45d4"/>
              </a:solidFill>
              <a:round/>
            </a:ln>
          </p:spPr>
        </p:cxnSp>
        <p:cxnSp>
          <p:nvCxnSpPr>
            <p:cNvPr id="2400"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401"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402"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403"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404" name="Straight Connector 22"/>
            <p:cNvCxnSpPr/>
            <p:nvPr/>
          </p:nvCxnSpPr>
          <p:spPr>
            <a:xfrm>
              <a:off x="11606760" y="0"/>
              <a:ext cx="360" cy="6858360"/>
            </a:xfrm>
            <a:prstGeom prst="straightConnector1">
              <a:avLst/>
            </a:prstGeom>
            <a:ln w="3175">
              <a:solidFill>
                <a:srgbClr val="df45d4"/>
              </a:solidFill>
              <a:round/>
            </a:ln>
          </p:spPr>
        </p:cxnSp>
        <p:cxnSp>
          <p:nvCxnSpPr>
            <p:cNvPr id="2405"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406"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407"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408"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409"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410"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411"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412"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413"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414"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415"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416"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417"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418"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419"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420"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421"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422"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423"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424"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425"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426"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pic>
        <p:nvPicPr>
          <p:cNvPr id="2427" name="Picture 4" descr=""/>
          <p:cNvPicPr/>
          <p:nvPr/>
        </p:nvPicPr>
        <p:blipFill>
          <a:blip r:embed="rId3"/>
          <a:srcRect l="65068" t="0" r="3127" b="-2652"/>
          <a:stretch/>
        </p:blipFill>
        <p:spPr>
          <a:xfrm rot="19138800">
            <a:off x="8891640" y="5698440"/>
            <a:ext cx="3877200" cy="264600"/>
          </a:xfrm>
          <a:prstGeom prst="rect">
            <a:avLst/>
          </a:prstGeom>
          <a:noFill/>
          <a:ln w="0">
            <a:noFill/>
          </a:ln>
        </p:spPr>
      </p:pic>
      <p:sp>
        <p:nvSpPr>
          <p:cNvPr id="2428" name="Rectangle 5"/>
          <p:cNvSpPr/>
          <p:nvPr/>
        </p:nvSpPr>
        <p:spPr>
          <a:xfrm>
            <a:off x="12192120" y="4307400"/>
            <a:ext cx="109080" cy="594360"/>
          </a:xfrm>
          <a:prstGeom prst="rect">
            <a:avLst/>
          </a:prstGeom>
          <a:solidFill>
            <a:srgbClr val="e6e6e6"/>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defTabSz="932400">
              <a:lnSpc>
                <a:spcPct val="100000"/>
              </a:lnSpc>
            </a:pPr>
            <a:endParaRPr b="0" lang="en-US" sz="2000" strike="noStrike" u="none">
              <a:solidFill>
                <a:srgbClr val="ffffff"/>
              </a:solidFill>
              <a:effectLst/>
              <a:uFillTx/>
              <a:latin typeface="Segoe UI"/>
              <a:ea typeface="Segoe UI"/>
            </a:endParaRPr>
          </a:p>
        </p:txBody>
      </p:sp>
      <p:sp>
        <p:nvSpPr>
          <p:cNvPr id="2429" name="Rectangle 6"/>
          <p:cNvSpPr/>
          <p:nvPr/>
        </p:nvSpPr>
        <p:spPr>
          <a:xfrm>
            <a:off x="9116640" y="6858000"/>
            <a:ext cx="1022760" cy="345240"/>
          </a:xfrm>
          <a:prstGeom prst="rect">
            <a:avLst/>
          </a:prstGeom>
          <a:solidFill>
            <a:srgbClr val="e6e6e6"/>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defTabSz="932400">
              <a:lnSpc>
                <a:spcPct val="100000"/>
              </a:lnSpc>
            </a:pPr>
            <a:endParaRPr b="0" lang="en-US" sz="2000" strike="noStrike" u="none">
              <a:solidFill>
                <a:srgbClr val="ffffff"/>
              </a:solidFill>
              <a:effectLst/>
              <a:uFillTx/>
              <a:latin typeface="Segoe UI"/>
              <a:ea typeface="Segoe UI"/>
            </a:endParaRPr>
          </a:p>
        </p:txBody>
      </p:sp>
      <p:sp>
        <p:nvSpPr>
          <p:cNvPr id="2430" name="PlaceHolder 2"/>
          <p:cNvSpPr>
            <a:spLocks noGrp="1"/>
          </p:cNvSpPr>
          <p:nvPr>
            <p:ph type="body"/>
          </p:nvPr>
        </p:nvSpPr>
        <p:spPr>
          <a:xfrm>
            <a:off x="586440" y="1434240"/>
            <a:ext cx="11018160" cy="3421080"/>
          </a:xfrm>
          <a:prstGeom prst="rect">
            <a:avLst/>
          </a:prstGeom>
          <a:noFill/>
          <a:ln w="0">
            <a:noFill/>
          </a:ln>
        </p:spPr>
        <p:txBody>
          <a:bodyPr lIns="0" rIns="0" tIns="0" bIns="0" anchor="t">
            <a:sp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Semilight"/>
            </a:endParaRPr>
          </a:p>
          <a:p>
            <a:pPr marL="685800" indent="0" defTabSz="932760">
              <a:lnSpc>
                <a:spcPct val="100000"/>
              </a:lnSpc>
              <a:spcBef>
                <a:spcPts val="281"/>
              </a:spcBef>
              <a:buNone/>
              <a:tabLst>
                <a:tab algn="l" pos="0"/>
              </a:tabLst>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Semilight"/>
            </a:endParaRPr>
          </a:p>
          <a:p>
            <a:pPr marL="914400" indent="0" defTabSz="932760">
              <a:lnSpc>
                <a:spcPct val="100000"/>
              </a:lnSpc>
              <a:spcBef>
                <a:spcPts val="281"/>
              </a:spcBef>
              <a:buNone/>
              <a:tabLst>
                <a:tab algn="l" pos="0"/>
              </a:tabLst>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Semilight"/>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4">
    <p:bg>
      <p:bgPr>
        <a:solidFill>
          <a:srgbClr val="000000"/>
        </a:solidFill>
      </p:bgPr>
    </p:bg>
    <p:spTree>
      <p:nvGrpSpPr>
        <p:cNvPr id="1" name=""/>
        <p:cNvGrpSpPr/>
        <p:nvPr/>
      </p:nvGrpSpPr>
      <p:grpSpPr>
        <a:xfrm>
          <a:off x="0" y="0"/>
          <a:ext cx="0" cy="0"/>
          <a:chOff x="0" y="0"/>
          <a:chExt cx="0" cy="0"/>
        </a:xfrm>
      </p:grpSpPr>
      <p:grpSp>
        <p:nvGrpSpPr>
          <p:cNvPr id="2431" name="GRID"/>
          <p:cNvGrpSpPr/>
          <p:nvPr/>
        </p:nvGrpSpPr>
        <p:grpSpPr>
          <a:xfrm>
            <a:off x="0" y="0"/>
            <a:ext cx="12191760" cy="6858000"/>
            <a:chOff x="0" y="0"/>
            <a:chExt cx="12191760" cy="6858000"/>
          </a:xfrm>
        </p:grpSpPr>
        <p:cxnSp>
          <p:nvCxnSpPr>
            <p:cNvPr id="2432"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433"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434" name="Straight Connector 9"/>
            <p:cNvCxnSpPr/>
            <p:nvPr/>
          </p:nvCxnSpPr>
          <p:spPr>
            <a:xfrm>
              <a:off x="0" y="585000"/>
              <a:ext cx="12189240" cy="360"/>
            </a:xfrm>
            <a:prstGeom prst="straightConnector1">
              <a:avLst/>
            </a:prstGeom>
            <a:ln w="3175">
              <a:solidFill>
                <a:srgbClr val="df45d4"/>
              </a:solidFill>
              <a:round/>
            </a:ln>
          </p:spPr>
        </p:cxnSp>
        <p:cxnSp>
          <p:nvCxnSpPr>
            <p:cNvPr id="2435" name="Straight Connector 10"/>
            <p:cNvCxnSpPr/>
            <p:nvPr/>
          </p:nvCxnSpPr>
          <p:spPr>
            <a:xfrm>
              <a:off x="0" y="6272640"/>
              <a:ext cx="12189240" cy="360"/>
            </a:xfrm>
            <a:prstGeom prst="straightConnector1">
              <a:avLst/>
            </a:prstGeom>
            <a:ln w="3175">
              <a:solidFill>
                <a:srgbClr val="df45d4"/>
              </a:solidFill>
              <a:round/>
            </a:ln>
          </p:spPr>
        </p:cxnSp>
        <p:cxnSp>
          <p:nvCxnSpPr>
            <p:cNvPr id="2436"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437"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438"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439"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440"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441"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442" name="Straight Connector 17"/>
            <p:cNvCxnSpPr/>
            <p:nvPr/>
          </p:nvCxnSpPr>
          <p:spPr>
            <a:xfrm>
              <a:off x="585000" y="0"/>
              <a:ext cx="360" cy="6858360"/>
            </a:xfrm>
            <a:prstGeom prst="straightConnector1">
              <a:avLst/>
            </a:prstGeom>
            <a:ln w="3175">
              <a:solidFill>
                <a:srgbClr val="df45d4"/>
              </a:solidFill>
              <a:round/>
            </a:ln>
          </p:spPr>
        </p:cxnSp>
        <p:cxnSp>
          <p:nvCxnSpPr>
            <p:cNvPr id="2443"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444"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445"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446"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447" name="Straight Connector 22"/>
            <p:cNvCxnSpPr/>
            <p:nvPr/>
          </p:nvCxnSpPr>
          <p:spPr>
            <a:xfrm>
              <a:off x="11606760" y="0"/>
              <a:ext cx="360" cy="6858360"/>
            </a:xfrm>
            <a:prstGeom prst="straightConnector1">
              <a:avLst/>
            </a:prstGeom>
            <a:ln w="3175">
              <a:solidFill>
                <a:srgbClr val="df45d4"/>
              </a:solidFill>
              <a:round/>
            </a:ln>
          </p:spPr>
        </p:cxnSp>
        <p:cxnSp>
          <p:nvCxnSpPr>
            <p:cNvPr id="2448"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449"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450"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451"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452"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453"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454"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455"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456"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457"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458"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459"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460"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461"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462"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463"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464"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465"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466"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467"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468"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469"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2470" name="PlaceHolder 2"/>
          <p:cNvSpPr>
            <a:spLocks noGrp="1"/>
          </p:cNvSpPr>
          <p:nvPr>
            <p:ph type="body"/>
          </p:nvPr>
        </p:nvSpPr>
        <p:spPr>
          <a:xfrm>
            <a:off x="584280" y="1435320"/>
            <a:ext cx="11018160" cy="2307960"/>
          </a:xfrm>
          <a:prstGeom prst="rect">
            <a:avLst/>
          </a:prstGeom>
          <a:noFill/>
          <a:ln w="0">
            <a:noFill/>
          </a:ln>
        </p:spPr>
        <p:txBody>
          <a:bodyPr lIns="0" rIns="0" tIns="0" bIns="0" anchor="t">
            <a:noAutofit/>
          </a:bodyPr>
          <a:p>
            <a:pPr marL="228600" indent="-228600" defTabSz="932760">
              <a:lnSpc>
                <a:spcPct val="100000"/>
              </a:lnSpc>
              <a:spcBef>
                <a:spcPts val="561"/>
              </a:spcBef>
              <a:buClr>
                <a:srgbClr val="ffffff"/>
              </a:buClr>
              <a:buSzPct val="90000"/>
              <a:buFont typeface="Wingdings" charset="2"/>
              <a:buChar char=""/>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lvl="1" marL="457200" indent="-22860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a:endParaRPr>
          </a:p>
          <a:p>
            <a:pPr lvl="2" marL="657360" indent="-200160" defTabSz="932760">
              <a:lnSpc>
                <a:spcPct val="100000"/>
              </a:lnSpc>
              <a:spcBef>
                <a:spcPts val="320"/>
              </a:spcBef>
              <a:buClr>
                <a:srgbClr val="ffffff"/>
              </a:buClr>
              <a:buSzPct val="90000"/>
              <a:buFont typeface="Wingdings" charset="2"/>
              <a:buChar char=""/>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a:endParaRPr>
          </a:p>
          <a:p>
            <a:pPr lvl="3" marL="843120" indent="-18108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a:endParaRPr>
          </a:p>
          <a:p>
            <a:pPr lvl="4" marL="1023840" indent="-16812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5">
    <p:bg>
      <p:bgPr>
        <a:solidFill>
          <a:srgbClr val="000000"/>
        </a:solidFill>
      </p:bgPr>
    </p:bg>
    <p:spTree>
      <p:nvGrpSpPr>
        <p:cNvPr id="1" name=""/>
        <p:cNvGrpSpPr/>
        <p:nvPr/>
      </p:nvGrpSpPr>
      <p:grpSpPr>
        <a:xfrm>
          <a:off x="0" y="0"/>
          <a:ext cx="0" cy="0"/>
          <a:chOff x="0" y="0"/>
          <a:chExt cx="0" cy="0"/>
        </a:xfrm>
      </p:grpSpPr>
      <p:grpSp>
        <p:nvGrpSpPr>
          <p:cNvPr id="2471" name="GRID"/>
          <p:cNvGrpSpPr/>
          <p:nvPr/>
        </p:nvGrpSpPr>
        <p:grpSpPr>
          <a:xfrm>
            <a:off x="0" y="0"/>
            <a:ext cx="12191760" cy="6858000"/>
            <a:chOff x="0" y="0"/>
            <a:chExt cx="12191760" cy="6858000"/>
          </a:xfrm>
        </p:grpSpPr>
        <p:cxnSp>
          <p:nvCxnSpPr>
            <p:cNvPr id="2472" name="Straight Connector 6"/>
            <p:cNvCxnSpPr/>
            <p:nvPr/>
          </p:nvCxnSpPr>
          <p:spPr>
            <a:xfrm>
              <a:off x="0" y="0"/>
              <a:ext cx="12189240" cy="360"/>
            </a:xfrm>
            <a:prstGeom prst="straightConnector1">
              <a:avLst/>
            </a:prstGeom>
            <a:ln w="3175">
              <a:solidFill>
                <a:schemeClr val="dk1">
                  <a:alpha val="20000"/>
                </a:schemeClr>
              </a:solidFill>
              <a:round/>
            </a:ln>
          </p:spPr>
        </p:cxnSp>
        <p:cxnSp>
          <p:nvCxnSpPr>
            <p:cNvPr id="2473" name="Straight Connector 8"/>
            <p:cNvCxnSpPr/>
            <p:nvPr/>
          </p:nvCxnSpPr>
          <p:spPr>
            <a:xfrm>
              <a:off x="0" y="292320"/>
              <a:ext cx="12189240" cy="360"/>
            </a:xfrm>
            <a:prstGeom prst="straightConnector1">
              <a:avLst/>
            </a:prstGeom>
            <a:ln w="3175">
              <a:solidFill>
                <a:schemeClr val="dk1">
                  <a:alpha val="20000"/>
                </a:schemeClr>
              </a:solidFill>
              <a:round/>
            </a:ln>
          </p:spPr>
        </p:cxnSp>
        <p:cxnSp>
          <p:nvCxnSpPr>
            <p:cNvPr id="2474" name="Straight Connector 9"/>
            <p:cNvCxnSpPr/>
            <p:nvPr/>
          </p:nvCxnSpPr>
          <p:spPr>
            <a:xfrm>
              <a:off x="0" y="585000"/>
              <a:ext cx="12189240" cy="360"/>
            </a:xfrm>
            <a:prstGeom prst="straightConnector1">
              <a:avLst/>
            </a:prstGeom>
            <a:ln w="3175">
              <a:solidFill>
                <a:srgbClr val="df45d4"/>
              </a:solidFill>
              <a:round/>
            </a:ln>
          </p:spPr>
        </p:cxnSp>
        <p:cxnSp>
          <p:nvCxnSpPr>
            <p:cNvPr id="2475" name="Straight Connector 10"/>
            <p:cNvCxnSpPr/>
            <p:nvPr/>
          </p:nvCxnSpPr>
          <p:spPr>
            <a:xfrm>
              <a:off x="0" y="6272640"/>
              <a:ext cx="12189240" cy="360"/>
            </a:xfrm>
            <a:prstGeom prst="straightConnector1">
              <a:avLst/>
            </a:prstGeom>
            <a:ln w="3175">
              <a:solidFill>
                <a:srgbClr val="df45d4"/>
              </a:solidFill>
              <a:round/>
            </a:ln>
          </p:spPr>
        </p:cxnSp>
        <p:cxnSp>
          <p:nvCxnSpPr>
            <p:cNvPr id="2476" name="Straight Connector 11"/>
            <p:cNvCxnSpPr/>
            <p:nvPr/>
          </p:nvCxnSpPr>
          <p:spPr>
            <a:xfrm>
              <a:off x="0" y="6565320"/>
              <a:ext cx="12189240" cy="360"/>
            </a:xfrm>
            <a:prstGeom prst="straightConnector1">
              <a:avLst/>
            </a:prstGeom>
            <a:ln w="3175">
              <a:solidFill>
                <a:schemeClr val="dk1">
                  <a:alpha val="20000"/>
                </a:schemeClr>
              </a:solidFill>
              <a:round/>
            </a:ln>
          </p:spPr>
        </p:cxnSp>
        <p:cxnSp>
          <p:nvCxnSpPr>
            <p:cNvPr id="2477" name="Straight Connector 12"/>
            <p:cNvCxnSpPr/>
            <p:nvPr/>
          </p:nvCxnSpPr>
          <p:spPr>
            <a:xfrm>
              <a:off x="0" y="6858000"/>
              <a:ext cx="12189240" cy="360"/>
            </a:xfrm>
            <a:prstGeom prst="straightConnector1">
              <a:avLst/>
            </a:prstGeom>
            <a:ln w="3175">
              <a:solidFill>
                <a:schemeClr val="dk1">
                  <a:alpha val="20000"/>
                </a:schemeClr>
              </a:solidFill>
              <a:round/>
            </a:ln>
          </p:spPr>
        </p:cxnSp>
        <p:cxnSp>
          <p:nvCxnSpPr>
            <p:cNvPr id="2478" name="Straight Connector 13"/>
            <p:cNvCxnSpPr/>
            <p:nvPr/>
          </p:nvCxnSpPr>
          <p:spPr>
            <a:xfrm>
              <a:off x="0" y="877680"/>
              <a:ext cx="12189240" cy="360"/>
            </a:xfrm>
            <a:prstGeom prst="straightConnector1">
              <a:avLst/>
            </a:prstGeom>
            <a:ln w="3175">
              <a:solidFill>
                <a:schemeClr val="dk1">
                  <a:alpha val="20000"/>
                </a:schemeClr>
              </a:solidFill>
              <a:round/>
            </a:ln>
          </p:spPr>
        </p:cxnSp>
        <p:cxnSp>
          <p:nvCxnSpPr>
            <p:cNvPr id="2479" name="Straight Connector 14"/>
            <p:cNvCxnSpPr/>
            <p:nvPr/>
          </p:nvCxnSpPr>
          <p:spPr>
            <a:xfrm>
              <a:off x="0" y="1170360"/>
              <a:ext cx="12189240" cy="360"/>
            </a:xfrm>
            <a:prstGeom prst="straightConnector1">
              <a:avLst/>
            </a:prstGeom>
            <a:ln w="3175">
              <a:solidFill>
                <a:schemeClr val="dk1">
                  <a:alpha val="20000"/>
                </a:schemeClr>
              </a:solidFill>
              <a:round/>
            </a:ln>
          </p:spPr>
        </p:cxnSp>
        <p:cxnSp>
          <p:nvCxnSpPr>
            <p:cNvPr id="2480" name="Straight Connector 15"/>
            <p:cNvCxnSpPr/>
            <p:nvPr/>
          </p:nvCxnSpPr>
          <p:spPr>
            <a:xfrm>
              <a:off x="0" y="1463040"/>
              <a:ext cx="12189240" cy="360"/>
            </a:xfrm>
            <a:prstGeom prst="straightConnector1">
              <a:avLst/>
            </a:prstGeom>
            <a:ln w="3175">
              <a:solidFill>
                <a:schemeClr val="dk1">
                  <a:alpha val="20000"/>
                </a:schemeClr>
              </a:solidFill>
              <a:round/>
            </a:ln>
          </p:spPr>
        </p:cxnSp>
        <p:cxnSp>
          <p:nvCxnSpPr>
            <p:cNvPr id="2481" name="Straight Connector 16"/>
            <p:cNvCxnSpPr/>
            <p:nvPr/>
          </p:nvCxnSpPr>
          <p:spPr>
            <a:xfrm>
              <a:off x="0" y="0"/>
              <a:ext cx="360" cy="6858360"/>
            </a:xfrm>
            <a:prstGeom prst="straightConnector1">
              <a:avLst/>
            </a:prstGeom>
            <a:ln w="3175">
              <a:solidFill>
                <a:schemeClr val="dk1">
                  <a:alpha val="20000"/>
                </a:schemeClr>
              </a:solidFill>
              <a:round/>
            </a:ln>
          </p:spPr>
        </p:cxnSp>
        <p:cxnSp>
          <p:nvCxnSpPr>
            <p:cNvPr id="2482" name="Straight Connector 17"/>
            <p:cNvCxnSpPr/>
            <p:nvPr/>
          </p:nvCxnSpPr>
          <p:spPr>
            <a:xfrm>
              <a:off x="585000" y="0"/>
              <a:ext cx="360" cy="6858360"/>
            </a:xfrm>
            <a:prstGeom prst="straightConnector1">
              <a:avLst/>
            </a:prstGeom>
            <a:ln w="3175">
              <a:solidFill>
                <a:srgbClr val="df45d4"/>
              </a:solidFill>
              <a:round/>
            </a:ln>
          </p:spPr>
        </p:cxnSp>
        <p:cxnSp>
          <p:nvCxnSpPr>
            <p:cNvPr id="2483" name="Straight Connector 18"/>
            <p:cNvCxnSpPr/>
            <p:nvPr/>
          </p:nvCxnSpPr>
          <p:spPr>
            <a:xfrm>
              <a:off x="292320" y="0"/>
              <a:ext cx="360" cy="6858360"/>
            </a:xfrm>
            <a:prstGeom prst="straightConnector1">
              <a:avLst/>
            </a:prstGeom>
            <a:ln w="3175">
              <a:solidFill>
                <a:schemeClr val="dk1">
                  <a:alpha val="20000"/>
                </a:schemeClr>
              </a:solidFill>
              <a:round/>
            </a:ln>
          </p:spPr>
        </p:cxnSp>
        <p:cxnSp>
          <p:nvCxnSpPr>
            <p:cNvPr id="2484" name="Straight Connector 19"/>
            <p:cNvCxnSpPr/>
            <p:nvPr/>
          </p:nvCxnSpPr>
          <p:spPr>
            <a:xfrm>
              <a:off x="877680" y="0"/>
              <a:ext cx="360" cy="6858360"/>
            </a:xfrm>
            <a:prstGeom prst="straightConnector1">
              <a:avLst/>
            </a:prstGeom>
            <a:ln w="3175">
              <a:solidFill>
                <a:schemeClr val="dk1">
                  <a:alpha val="20000"/>
                </a:schemeClr>
              </a:solidFill>
              <a:round/>
            </a:ln>
          </p:spPr>
        </p:cxnSp>
        <p:cxnSp>
          <p:nvCxnSpPr>
            <p:cNvPr id="2485" name="Straight Connector 20"/>
            <p:cNvCxnSpPr/>
            <p:nvPr/>
          </p:nvCxnSpPr>
          <p:spPr>
            <a:xfrm>
              <a:off x="1170360" y="0"/>
              <a:ext cx="360" cy="6858360"/>
            </a:xfrm>
            <a:prstGeom prst="straightConnector1">
              <a:avLst/>
            </a:prstGeom>
            <a:ln w="3175">
              <a:solidFill>
                <a:schemeClr val="dk1">
                  <a:alpha val="20000"/>
                </a:schemeClr>
              </a:solidFill>
              <a:round/>
            </a:ln>
          </p:spPr>
        </p:cxnSp>
        <p:cxnSp>
          <p:nvCxnSpPr>
            <p:cNvPr id="2486" name="Straight Connector 21"/>
            <p:cNvCxnSpPr/>
            <p:nvPr/>
          </p:nvCxnSpPr>
          <p:spPr>
            <a:xfrm>
              <a:off x="11021400" y="0"/>
              <a:ext cx="360" cy="6858360"/>
            </a:xfrm>
            <a:prstGeom prst="straightConnector1">
              <a:avLst/>
            </a:prstGeom>
            <a:ln w="3175">
              <a:solidFill>
                <a:schemeClr val="dk1">
                  <a:alpha val="20000"/>
                </a:schemeClr>
              </a:solidFill>
              <a:round/>
            </a:ln>
          </p:spPr>
        </p:cxnSp>
        <p:cxnSp>
          <p:nvCxnSpPr>
            <p:cNvPr id="2487" name="Straight Connector 22"/>
            <p:cNvCxnSpPr/>
            <p:nvPr/>
          </p:nvCxnSpPr>
          <p:spPr>
            <a:xfrm>
              <a:off x="11606760" y="0"/>
              <a:ext cx="360" cy="6858360"/>
            </a:xfrm>
            <a:prstGeom prst="straightConnector1">
              <a:avLst/>
            </a:prstGeom>
            <a:ln w="3175">
              <a:solidFill>
                <a:srgbClr val="df45d4"/>
              </a:solidFill>
              <a:round/>
            </a:ln>
          </p:spPr>
        </p:cxnSp>
        <p:cxnSp>
          <p:nvCxnSpPr>
            <p:cNvPr id="2488" name="Straight Connector 23"/>
            <p:cNvCxnSpPr/>
            <p:nvPr/>
          </p:nvCxnSpPr>
          <p:spPr>
            <a:xfrm>
              <a:off x="11314080" y="0"/>
              <a:ext cx="360" cy="6858360"/>
            </a:xfrm>
            <a:prstGeom prst="straightConnector1">
              <a:avLst/>
            </a:prstGeom>
            <a:ln w="3175">
              <a:solidFill>
                <a:schemeClr val="dk1">
                  <a:alpha val="20000"/>
                </a:schemeClr>
              </a:solidFill>
              <a:round/>
            </a:ln>
          </p:spPr>
        </p:cxnSp>
        <p:cxnSp>
          <p:nvCxnSpPr>
            <p:cNvPr id="2489" name="Straight Connector 24"/>
            <p:cNvCxnSpPr/>
            <p:nvPr/>
          </p:nvCxnSpPr>
          <p:spPr>
            <a:xfrm>
              <a:off x="11899080" y="0"/>
              <a:ext cx="360" cy="6858360"/>
            </a:xfrm>
            <a:prstGeom prst="straightConnector1">
              <a:avLst/>
            </a:prstGeom>
            <a:ln w="3175">
              <a:solidFill>
                <a:schemeClr val="dk1">
                  <a:alpha val="20000"/>
                </a:schemeClr>
              </a:solidFill>
              <a:round/>
            </a:ln>
          </p:spPr>
        </p:cxnSp>
        <p:cxnSp>
          <p:nvCxnSpPr>
            <p:cNvPr id="2490" name="Straight Connector 25"/>
            <p:cNvCxnSpPr/>
            <p:nvPr/>
          </p:nvCxnSpPr>
          <p:spPr>
            <a:xfrm>
              <a:off x="12191760" y="0"/>
              <a:ext cx="360" cy="6858360"/>
            </a:xfrm>
            <a:prstGeom prst="straightConnector1">
              <a:avLst/>
            </a:prstGeom>
            <a:ln w="3175">
              <a:solidFill>
                <a:schemeClr val="dk1">
                  <a:alpha val="20000"/>
                </a:schemeClr>
              </a:solidFill>
              <a:round/>
            </a:ln>
          </p:spPr>
        </p:cxnSp>
        <p:cxnSp>
          <p:nvCxnSpPr>
            <p:cNvPr id="2491" name="Straight Connector 26"/>
            <p:cNvCxnSpPr/>
            <p:nvPr/>
          </p:nvCxnSpPr>
          <p:spPr>
            <a:xfrm>
              <a:off x="0" y="1755360"/>
              <a:ext cx="12189240" cy="360"/>
            </a:xfrm>
            <a:prstGeom prst="straightConnector1">
              <a:avLst/>
            </a:prstGeom>
            <a:ln w="3175">
              <a:solidFill>
                <a:schemeClr val="dk1">
                  <a:alpha val="20000"/>
                </a:schemeClr>
              </a:solidFill>
              <a:round/>
            </a:ln>
          </p:spPr>
        </p:cxnSp>
        <p:cxnSp>
          <p:nvCxnSpPr>
            <p:cNvPr id="2492" name="Straight Connector 27"/>
            <p:cNvCxnSpPr/>
            <p:nvPr/>
          </p:nvCxnSpPr>
          <p:spPr>
            <a:xfrm>
              <a:off x="0" y="2048040"/>
              <a:ext cx="12189240" cy="360"/>
            </a:xfrm>
            <a:prstGeom prst="straightConnector1">
              <a:avLst/>
            </a:prstGeom>
            <a:ln w="3175">
              <a:solidFill>
                <a:schemeClr val="dk1">
                  <a:alpha val="20000"/>
                </a:schemeClr>
              </a:solidFill>
              <a:round/>
            </a:ln>
          </p:spPr>
        </p:cxnSp>
        <p:cxnSp>
          <p:nvCxnSpPr>
            <p:cNvPr id="2493" name="Straight Connector 28"/>
            <p:cNvCxnSpPr/>
            <p:nvPr/>
          </p:nvCxnSpPr>
          <p:spPr>
            <a:xfrm>
              <a:off x="0" y="2340720"/>
              <a:ext cx="12189240" cy="360"/>
            </a:xfrm>
            <a:prstGeom prst="straightConnector1">
              <a:avLst/>
            </a:prstGeom>
            <a:ln w="3175">
              <a:solidFill>
                <a:schemeClr val="dk1">
                  <a:alpha val="20000"/>
                </a:schemeClr>
              </a:solidFill>
              <a:round/>
            </a:ln>
          </p:spPr>
        </p:cxnSp>
        <p:cxnSp>
          <p:nvCxnSpPr>
            <p:cNvPr id="2494" name="Straight Connector 29"/>
            <p:cNvCxnSpPr/>
            <p:nvPr/>
          </p:nvCxnSpPr>
          <p:spPr>
            <a:xfrm>
              <a:off x="0" y="2633400"/>
              <a:ext cx="12189240" cy="360"/>
            </a:xfrm>
            <a:prstGeom prst="straightConnector1">
              <a:avLst/>
            </a:prstGeom>
            <a:ln w="3175">
              <a:solidFill>
                <a:schemeClr val="dk1">
                  <a:alpha val="20000"/>
                </a:schemeClr>
              </a:solidFill>
              <a:round/>
            </a:ln>
          </p:spPr>
        </p:cxnSp>
        <p:cxnSp>
          <p:nvCxnSpPr>
            <p:cNvPr id="2495" name="Straight Connector 30"/>
            <p:cNvCxnSpPr/>
            <p:nvPr/>
          </p:nvCxnSpPr>
          <p:spPr>
            <a:xfrm>
              <a:off x="0" y="2926080"/>
              <a:ext cx="12189240" cy="360"/>
            </a:xfrm>
            <a:prstGeom prst="straightConnector1">
              <a:avLst/>
            </a:prstGeom>
            <a:ln w="3175">
              <a:solidFill>
                <a:schemeClr val="dk1">
                  <a:alpha val="20000"/>
                </a:schemeClr>
              </a:solidFill>
              <a:round/>
            </a:ln>
          </p:spPr>
        </p:cxnSp>
        <p:cxnSp>
          <p:nvCxnSpPr>
            <p:cNvPr id="2496" name="Straight Connector 31"/>
            <p:cNvCxnSpPr/>
            <p:nvPr/>
          </p:nvCxnSpPr>
          <p:spPr>
            <a:xfrm>
              <a:off x="0" y="3218400"/>
              <a:ext cx="12189240" cy="360"/>
            </a:xfrm>
            <a:prstGeom prst="straightConnector1">
              <a:avLst/>
            </a:prstGeom>
            <a:ln w="3175">
              <a:solidFill>
                <a:schemeClr val="dk1">
                  <a:alpha val="20000"/>
                </a:schemeClr>
              </a:solidFill>
              <a:round/>
            </a:ln>
          </p:spPr>
        </p:cxnSp>
        <p:cxnSp>
          <p:nvCxnSpPr>
            <p:cNvPr id="2497" name="Straight Connector 32"/>
            <p:cNvCxnSpPr/>
            <p:nvPr/>
          </p:nvCxnSpPr>
          <p:spPr>
            <a:xfrm>
              <a:off x="0" y="3511080"/>
              <a:ext cx="12189240" cy="360"/>
            </a:xfrm>
            <a:prstGeom prst="straightConnector1">
              <a:avLst/>
            </a:prstGeom>
            <a:ln w="3175">
              <a:solidFill>
                <a:schemeClr val="dk1">
                  <a:alpha val="20000"/>
                </a:schemeClr>
              </a:solidFill>
              <a:round/>
            </a:ln>
          </p:spPr>
        </p:cxnSp>
        <p:cxnSp>
          <p:nvCxnSpPr>
            <p:cNvPr id="2498" name="Straight Connector 38"/>
            <p:cNvCxnSpPr/>
            <p:nvPr/>
          </p:nvCxnSpPr>
          <p:spPr>
            <a:xfrm>
              <a:off x="0" y="3803760"/>
              <a:ext cx="12189240" cy="360"/>
            </a:xfrm>
            <a:prstGeom prst="straightConnector1">
              <a:avLst/>
            </a:prstGeom>
            <a:ln w="3175">
              <a:solidFill>
                <a:schemeClr val="dk1">
                  <a:alpha val="20000"/>
                </a:schemeClr>
              </a:solidFill>
              <a:round/>
            </a:ln>
          </p:spPr>
        </p:cxnSp>
        <p:cxnSp>
          <p:nvCxnSpPr>
            <p:cNvPr id="2499" name="Straight Connector 39"/>
            <p:cNvCxnSpPr/>
            <p:nvPr/>
          </p:nvCxnSpPr>
          <p:spPr>
            <a:xfrm>
              <a:off x="0" y="4096440"/>
              <a:ext cx="12189240" cy="360"/>
            </a:xfrm>
            <a:prstGeom prst="straightConnector1">
              <a:avLst/>
            </a:prstGeom>
            <a:ln w="3175">
              <a:solidFill>
                <a:schemeClr val="dk1">
                  <a:alpha val="20000"/>
                </a:schemeClr>
              </a:solidFill>
              <a:round/>
            </a:ln>
          </p:spPr>
        </p:cxnSp>
        <p:cxnSp>
          <p:nvCxnSpPr>
            <p:cNvPr id="2500" name="Straight Connector 40"/>
            <p:cNvCxnSpPr/>
            <p:nvPr/>
          </p:nvCxnSpPr>
          <p:spPr>
            <a:xfrm>
              <a:off x="0" y="4389120"/>
              <a:ext cx="12189240" cy="360"/>
            </a:xfrm>
            <a:prstGeom prst="straightConnector1">
              <a:avLst/>
            </a:prstGeom>
            <a:ln w="3175">
              <a:solidFill>
                <a:schemeClr val="dk1">
                  <a:alpha val="20000"/>
                </a:schemeClr>
              </a:solidFill>
              <a:round/>
            </a:ln>
          </p:spPr>
        </p:cxnSp>
        <p:cxnSp>
          <p:nvCxnSpPr>
            <p:cNvPr id="2501" name="Straight Connector 41"/>
            <p:cNvCxnSpPr/>
            <p:nvPr/>
          </p:nvCxnSpPr>
          <p:spPr>
            <a:xfrm>
              <a:off x="0" y="4681440"/>
              <a:ext cx="12189240" cy="360"/>
            </a:xfrm>
            <a:prstGeom prst="straightConnector1">
              <a:avLst/>
            </a:prstGeom>
            <a:ln w="3175">
              <a:solidFill>
                <a:schemeClr val="dk1">
                  <a:alpha val="20000"/>
                </a:schemeClr>
              </a:solidFill>
              <a:round/>
            </a:ln>
          </p:spPr>
        </p:cxnSp>
        <p:cxnSp>
          <p:nvCxnSpPr>
            <p:cNvPr id="2502" name="Straight Connector 42"/>
            <p:cNvCxnSpPr/>
            <p:nvPr/>
          </p:nvCxnSpPr>
          <p:spPr>
            <a:xfrm>
              <a:off x="0" y="4974120"/>
              <a:ext cx="12189240" cy="360"/>
            </a:xfrm>
            <a:prstGeom prst="straightConnector1">
              <a:avLst/>
            </a:prstGeom>
            <a:ln w="3175">
              <a:solidFill>
                <a:schemeClr val="dk1">
                  <a:alpha val="20000"/>
                </a:schemeClr>
              </a:solidFill>
              <a:round/>
            </a:ln>
          </p:spPr>
        </p:cxnSp>
        <p:cxnSp>
          <p:nvCxnSpPr>
            <p:cNvPr id="2503" name="Straight Connector 43"/>
            <p:cNvCxnSpPr/>
            <p:nvPr/>
          </p:nvCxnSpPr>
          <p:spPr>
            <a:xfrm>
              <a:off x="0" y="5266800"/>
              <a:ext cx="12189240" cy="360"/>
            </a:xfrm>
            <a:prstGeom prst="straightConnector1">
              <a:avLst/>
            </a:prstGeom>
            <a:ln w="3175">
              <a:solidFill>
                <a:schemeClr val="dk1">
                  <a:alpha val="20000"/>
                </a:schemeClr>
              </a:solidFill>
              <a:round/>
            </a:ln>
          </p:spPr>
        </p:cxnSp>
        <p:cxnSp>
          <p:nvCxnSpPr>
            <p:cNvPr id="2504" name="Straight Connector 44"/>
            <p:cNvCxnSpPr/>
            <p:nvPr/>
          </p:nvCxnSpPr>
          <p:spPr>
            <a:xfrm>
              <a:off x="0" y="5559480"/>
              <a:ext cx="12189240" cy="360"/>
            </a:xfrm>
            <a:prstGeom prst="straightConnector1">
              <a:avLst/>
            </a:prstGeom>
            <a:ln w="3175">
              <a:solidFill>
                <a:schemeClr val="dk1">
                  <a:alpha val="20000"/>
                </a:schemeClr>
              </a:solidFill>
              <a:round/>
            </a:ln>
          </p:spPr>
        </p:cxnSp>
        <p:cxnSp>
          <p:nvCxnSpPr>
            <p:cNvPr id="2505" name="Straight Connector 45"/>
            <p:cNvCxnSpPr/>
            <p:nvPr/>
          </p:nvCxnSpPr>
          <p:spPr>
            <a:xfrm>
              <a:off x="0" y="5852160"/>
              <a:ext cx="12189240" cy="360"/>
            </a:xfrm>
            <a:prstGeom prst="straightConnector1">
              <a:avLst/>
            </a:prstGeom>
            <a:ln w="3175">
              <a:solidFill>
                <a:schemeClr val="dk1">
                  <a:alpha val="20000"/>
                </a:schemeClr>
              </a:solidFill>
              <a:round/>
            </a:ln>
          </p:spPr>
        </p:cxnSp>
      </p:grpSp>
      <p:sp>
        <p:nvSpPr>
          <p:cNvPr id="2506" name=".64 square" hidden="1"/>
          <p:cNvSpPr/>
          <p:nvPr/>
        </p:nvSpPr>
        <p:spPr>
          <a:xfrm>
            <a:off x="0" y="0"/>
            <a:ext cx="585000" cy="58500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sp>
        <p:nvSpPr>
          <p:cNvPr id="2507" name=".32 square" hidden="1"/>
          <p:cNvSpPr/>
          <p:nvPr/>
        </p:nvSpPr>
        <p:spPr>
          <a:xfrm>
            <a:off x="0" y="0"/>
            <a:ext cx="292320" cy="292320"/>
          </a:xfrm>
          <a:prstGeom prst="rect">
            <a:avLst/>
          </a:prstGeom>
          <a:solidFill>
            <a:schemeClr val="lt1">
              <a:alpha val="17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90000"/>
              </a:lnSpc>
            </a:pPr>
            <a:endParaRPr b="0" lang="en-US" sz="2400" strike="noStrike" u="none">
              <a:solidFill>
                <a:srgbClr val="ffffff"/>
              </a:solidFill>
              <a:effectLst/>
              <a:uFillTx/>
              <a:latin typeface="Segoe UI"/>
              <a:ea typeface="Segoe UI"/>
            </a:endParaRPr>
          </a:p>
        </p:txBody>
      </p:sp>
      <p:pic>
        <p:nvPicPr>
          <p:cNvPr id="2508" name="MS Brand colors" descr="These are Microsoft Brand colors. The color bar is placed to the side of the Theme master so that it will be visible on all slides. Users can use the 'eye dropper' color tools under Color Fill Shape, Color Fill line etc. to easily select Brand colors. "/>
          <p:cNvPicPr/>
          <p:nvPr/>
        </p:nvPicPr>
        <p:blipFill>
          <a:blip r:embed="rId2"/>
          <a:srcRect l="762" t="0" r="0" b="0"/>
          <a:stretch/>
        </p:blipFill>
        <p:spPr>
          <a:xfrm rot="5400000">
            <a:off x="9456120" y="2843640"/>
            <a:ext cx="6857640" cy="1170000"/>
          </a:xfrm>
          <a:prstGeom prst="rect">
            <a:avLst/>
          </a:prstGeom>
          <a:noFill/>
          <a:ln w="0">
            <a:noFill/>
          </a:ln>
        </p:spPr>
      </p:pic>
      <p:sp>
        <p:nvSpPr>
          <p:cNvPr id="2509"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Click to edit Master title style</a:t>
            </a:r>
            <a:endParaRPr b="0" lang="en-US" sz="3600" strike="noStrike" u="none">
              <a:solidFill>
                <a:schemeClr val="lt1"/>
              </a:solidFill>
              <a:effectLst/>
              <a:uFillTx/>
              <a:latin typeface="Segoe UI"/>
            </a:endParaRPr>
          </a:p>
        </p:txBody>
      </p:sp>
      <p:sp>
        <p:nvSpPr>
          <p:cNvPr id="2510" name="PlaceHolder 2"/>
          <p:cNvSpPr>
            <a:spLocks noGrp="1"/>
          </p:cNvSpPr>
          <p:nvPr>
            <p:ph type="body"/>
          </p:nvPr>
        </p:nvSpPr>
        <p:spPr>
          <a:xfrm>
            <a:off x="584280" y="1435320"/>
            <a:ext cx="11018160" cy="2307960"/>
          </a:xfrm>
          <a:prstGeom prst="rect">
            <a:avLst/>
          </a:prstGeom>
          <a:noFill/>
          <a:ln w="0">
            <a:noFill/>
          </a:ln>
        </p:spPr>
        <p:txBody>
          <a:bodyPr lIns="0" rIns="0" tIns="0" bIns="0" anchor="t">
            <a:noAutofit/>
          </a:bodyPr>
          <a:p>
            <a:pPr marL="228600" indent="-228600" defTabSz="932760">
              <a:lnSpc>
                <a:spcPct val="100000"/>
              </a:lnSpc>
              <a:spcBef>
                <a:spcPts val="561"/>
              </a:spcBef>
              <a:buClr>
                <a:srgbClr val="ffffff"/>
              </a:buClr>
              <a:buSzPct val="90000"/>
              <a:buFont typeface="Wingdings" charset="2"/>
              <a:buChar char=""/>
            </a:pPr>
            <a:r>
              <a:rPr b="0" lang="en-US" sz="2800" strike="noStrike" u="none">
                <a:solidFill>
                  <a:srgbClr val="ffffff"/>
                </a:solidFill>
                <a:effectLst/>
                <a:uFillTx/>
                <a:latin typeface="Segoe UI Semilight"/>
              </a:rPr>
              <a:t>Edit Master text styles</a:t>
            </a:r>
            <a:endParaRPr b="0" lang="en-US" sz="2800" strike="noStrike" u="none">
              <a:solidFill>
                <a:schemeClr val="lt1"/>
              </a:solidFill>
              <a:effectLst/>
              <a:uFillTx/>
              <a:latin typeface="Segoe UI Semilight"/>
            </a:endParaRPr>
          </a:p>
          <a:p>
            <a:pPr lvl="1" marL="457200" indent="-228600" defTabSz="932760">
              <a:lnSpc>
                <a:spcPct val="100000"/>
              </a:lnSpc>
              <a:spcBef>
                <a:spcPts val="400"/>
              </a:spcBef>
              <a:buClr>
                <a:srgbClr val="ffffff"/>
              </a:buClr>
              <a:buSzPct val="90000"/>
              <a:buFont typeface="Wingdings" charset="2"/>
              <a:buChar char=""/>
            </a:pPr>
            <a:r>
              <a:rPr b="0" lang="en-US" sz="2000" strike="noStrike" u="none">
                <a:solidFill>
                  <a:srgbClr val="ffffff"/>
                </a:solidFill>
                <a:effectLst/>
                <a:uFillTx/>
                <a:latin typeface="Segoe UI"/>
              </a:rPr>
              <a:t>Second level</a:t>
            </a:r>
            <a:endParaRPr b="0" lang="en-US" sz="2000" strike="noStrike" u="none">
              <a:solidFill>
                <a:schemeClr val="lt1"/>
              </a:solidFill>
              <a:effectLst/>
              <a:uFillTx/>
              <a:latin typeface="Segoe UI"/>
            </a:endParaRPr>
          </a:p>
          <a:p>
            <a:pPr lvl="2" marL="657360" indent="-200160" defTabSz="932760">
              <a:lnSpc>
                <a:spcPct val="100000"/>
              </a:lnSpc>
              <a:spcBef>
                <a:spcPts val="320"/>
              </a:spcBef>
              <a:buClr>
                <a:srgbClr val="ffffff"/>
              </a:buClr>
              <a:buSzPct val="90000"/>
              <a:buFont typeface="Wingdings" charset="2"/>
              <a:buChar char=""/>
            </a:pPr>
            <a:r>
              <a:rPr b="0" lang="en-US" sz="1600" strike="noStrike" u="none">
                <a:solidFill>
                  <a:srgbClr val="ffffff"/>
                </a:solidFill>
                <a:effectLst/>
                <a:uFillTx/>
                <a:latin typeface="Segoe UI"/>
              </a:rPr>
              <a:t>Third level</a:t>
            </a:r>
            <a:endParaRPr b="0" lang="en-US" sz="1600" strike="noStrike" u="none">
              <a:solidFill>
                <a:schemeClr val="lt1"/>
              </a:solidFill>
              <a:effectLst/>
              <a:uFillTx/>
              <a:latin typeface="Segoe UI"/>
            </a:endParaRPr>
          </a:p>
          <a:p>
            <a:pPr lvl="3" marL="843120" indent="-18108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Fourth level</a:t>
            </a:r>
            <a:endParaRPr b="0" lang="en-US" sz="1400" strike="noStrike" u="none">
              <a:solidFill>
                <a:schemeClr val="lt1"/>
              </a:solidFill>
              <a:effectLst/>
              <a:uFillTx/>
              <a:latin typeface="Segoe UI"/>
            </a:endParaRPr>
          </a:p>
          <a:p>
            <a:pPr lvl="4" marL="1023840" indent="-168120" defTabSz="932760">
              <a:lnSpc>
                <a:spcPct val="100000"/>
              </a:lnSpc>
              <a:spcBef>
                <a:spcPts val="281"/>
              </a:spcBef>
              <a:buClr>
                <a:srgbClr val="ffffff"/>
              </a:buClr>
              <a:buSzPct val="90000"/>
              <a:buFont typeface="Wingdings" charset="2"/>
              <a:buChar char=""/>
            </a:pPr>
            <a:r>
              <a:rPr b="0" lang="en-US" sz="1400" strike="noStrike" u="none">
                <a:solidFill>
                  <a:srgbClr val="ffffff"/>
                </a:solidFill>
                <a:effectLst/>
                <a:uFillTx/>
                <a:latin typeface="Segoe UI"/>
              </a:rPr>
              <a:t>Fifth level</a:t>
            </a:r>
            <a:endParaRPr b="0" lang="en-US" sz="1400" strike="noStrike" u="none">
              <a:solidFill>
                <a:schemeClr val="lt1"/>
              </a:solidFill>
              <a:effectLst/>
              <a:uFillTx/>
              <a:latin typeface="Segoe UI"/>
            </a:endParaRPr>
          </a:p>
        </p:txBody>
      </p:sp>
      <p:pic>
        <p:nvPicPr>
          <p:cNvPr id="2511" name="Picture 3" descr=""/>
          <p:cNvPicPr/>
          <p:nvPr/>
        </p:nvPicPr>
        <p:blipFill>
          <a:blip r:embed="rId3"/>
          <a:stretch/>
        </p:blipFill>
        <p:spPr>
          <a:xfrm>
            <a:off x="0" y="6017400"/>
            <a:ext cx="12191760" cy="25776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
</Relationships>
</file>

<file path=ppt/slideMasters/_rels/slideMaster3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3.xml"/><Relationship Id="rId3" Type="http://schemas.openxmlformats.org/officeDocument/2006/relationships/slideLayout" Target="../slideLayouts/slideLayout34.xml"/><Relationship Id="rId4" Type="http://schemas.openxmlformats.org/officeDocument/2006/relationships/slideLayout" Target="../slideLayouts/slideLayout35.xml"/><Relationship Id="rId5" Type="http://schemas.openxmlformats.org/officeDocument/2006/relationships/slideLayout" Target="../slideLayouts/slideLayout36.xml"/><Relationship Id="rId6" Type="http://schemas.openxmlformats.org/officeDocument/2006/relationships/slideLayout" Target="../slideLayouts/slideLayout37.xml"/><Relationship Id="rId7" Type="http://schemas.openxmlformats.org/officeDocument/2006/relationships/slideLayout" Target="../slideLayouts/slideLayout38.xml"/><Relationship Id="rId8" Type="http://schemas.openxmlformats.org/officeDocument/2006/relationships/slideLayout" Target="../slideLayouts/slideLayout39.xml"/><Relationship Id="rId9" Type="http://schemas.openxmlformats.org/officeDocument/2006/relationships/slideLayout" Target="../slideLayouts/slideLayout40.xml"/><Relationship Id="rId10" Type="http://schemas.openxmlformats.org/officeDocument/2006/relationships/slideLayout" Target="../slideLayouts/slideLayout41.xml"/><Relationship Id="rId11" Type="http://schemas.openxmlformats.org/officeDocument/2006/relationships/slideLayout" Target="../slideLayouts/slideLayout42.xml"/><Relationship Id="rId12" Type="http://schemas.openxmlformats.org/officeDocument/2006/relationships/slideLayout" Target="../slideLayouts/slideLayout43.xml"/><Relationship Id="rId13" Type="http://schemas.openxmlformats.org/officeDocument/2006/relationships/slideLayout" Target="../slideLayouts/slideLayout44.xml"/><Relationship Id="rId14" Type="http://schemas.openxmlformats.org/officeDocument/2006/relationships/slideLayout" Target="../slideLayouts/slideLayout45.xml"/><Relationship Id="rId15" Type="http://schemas.openxmlformats.org/officeDocument/2006/relationships/slideLayout" Target="../slideLayouts/slideLayout46.xml"/><Relationship Id="rId16" Type="http://schemas.openxmlformats.org/officeDocument/2006/relationships/slideLayout" Target="../slideLayouts/slideLayout47.xml"/><Relationship Id="rId17" Type="http://schemas.openxmlformats.org/officeDocument/2006/relationships/slideLayout" Target="../slideLayouts/slideLayout48.xml"/><Relationship Id="rId18" Type="http://schemas.openxmlformats.org/officeDocument/2006/relationships/slideLayout" Target="../slideLayouts/slideLayout49.xml"/><Relationship Id="rId19" Type="http://schemas.openxmlformats.org/officeDocument/2006/relationships/slideLayout" Target="../slideLayouts/slideLayout50.xml"/><Relationship Id="rId20" Type="http://schemas.openxmlformats.org/officeDocument/2006/relationships/slideLayout" Target="../slideLayouts/slideLayout51.xml"/><Relationship Id="rId21" Type="http://schemas.openxmlformats.org/officeDocument/2006/relationships/slideLayout" Target="../slideLayouts/slideLayout52.xml"/><Relationship Id="rId22" Type="http://schemas.openxmlformats.org/officeDocument/2006/relationships/slideLayout" Target="../slideLayouts/slideLayout53.xml"/><Relationship Id="rId23" Type="http://schemas.openxmlformats.org/officeDocument/2006/relationships/slideLayout" Target="../slideLayouts/slideLayout54.xml"/><Relationship Id="rId24" Type="http://schemas.openxmlformats.org/officeDocument/2006/relationships/slideLayout" Target="../slideLayouts/slideLayout55.xml"/><Relationship Id="rId25" Type="http://schemas.openxmlformats.org/officeDocument/2006/relationships/slideLayout" Target="../slideLayouts/slideLayout56.xml"/><Relationship Id="rId26" Type="http://schemas.openxmlformats.org/officeDocument/2006/relationships/slideLayout" Target="../slideLayouts/slideLayout57.xml"/><Relationship Id="rId27" Type="http://schemas.openxmlformats.org/officeDocument/2006/relationships/slideLayout" Target="../slideLayouts/slideLayout58.xml"/><Relationship Id="rId28" Type="http://schemas.openxmlformats.org/officeDocument/2006/relationships/slideLayout" Target="../slideLayouts/slideLayout59.xml"/><Relationship Id="rId29" Type="http://schemas.openxmlformats.org/officeDocument/2006/relationships/slideLayout" Target="../slideLayouts/slideLayout60.xml"/><Relationship Id="rId30" Type="http://schemas.openxmlformats.org/officeDocument/2006/relationships/slideLayout" Target="../slideLayouts/slideLayout61.xml"/><Relationship Id="rId31" Type="http://schemas.openxmlformats.org/officeDocument/2006/relationships/slideLayout" Target="../slideLayouts/slideLayout6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Lst>
</p:sldMaster>
</file>

<file path=ppt/slideMasters/slideMaster3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 id="2147483694" r:id="rId14"/>
    <p:sldLayoutId id="2147483695" r:id="rId15"/>
    <p:sldLayoutId id="2147483696" r:id="rId16"/>
    <p:sldLayoutId id="2147483697" r:id="rId17"/>
    <p:sldLayoutId id="2147483698" r:id="rId18"/>
    <p:sldLayoutId id="2147483699" r:id="rId19"/>
    <p:sldLayoutId id="2147483700" r:id="rId20"/>
    <p:sldLayoutId id="2147483701" r:id="rId21"/>
    <p:sldLayoutId id="2147483702" r:id="rId22"/>
    <p:sldLayoutId id="2147483703" r:id="rId23"/>
    <p:sldLayoutId id="2147483704" r:id="rId24"/>
    <p:sldLayoutId id="2147483705" r:id="rId25"/>
    <p:sldLayoutId id="2147483706" r:id="rId26"/>
    <p:sldLayoutId id="2147483707" r:id="rId27"/>
    <p:sldLayoutId id="2147483708" r:id="rId28"/>
    <p:sldLayoutId id="2147483709" r:id="rId29"/>
    <p:sldLayoutId id="2147483710" r:id="rId30"/>
    <p:sldLayoutId id="2147483711" r:id="rId31"/>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30.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slideLayout" Target="../slideLayouts/slideLayout3.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32.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5.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58.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hyperlink" Target="http://www.microsoft.com/" TargetMode="External"/><Relationship Id="rId2" Type="http://schemas.openxmlformats.org/officeDocument/2006/relationships/slideLayout" Target="../slideLayouts/slideLayout58.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hyperlink" Target="http://www.paciellogroup.com/resources/contrastAnalyser" TargetMode="External"/><Relationship Id="rId2" Type="http://schemas.openxmlformats.org/officeDocument/2006/relationships/hyperlink" Target="http://www.paciellogroup.com/resources/contrastAnalyser" TargetMode="External"/><Relationship Id="rId3" Type="http://schemas.openxmlformats.org/officeDocument/2006/relationships/hyperlink" Target="http://www.paciellogroup.com/resources/contrastAnalyser" TargetMode="External"/><Relationship Id="rId4" Type="http://schemas.openxmlformats.org/officeDocument/2006/relationships/hyperlink" Target="http://www.paciellogroup.com/resources/contrastAnalyser" TargetMode="External"/><Relationship Id="rId5" Type="http://schemas.openxmlformats.org/officeDocument/2006/relationships/hyperlink" Target="http://www.paciellogroup.com/resources/contrastAnalyser" TargetMode="External"/><Relationship Id="rId6" Type="http://schemas.openxmlformats.org/officeDocument/2006/relationships/hyperlink" Target="http://www.paciellogroup.com/resources/contrastAnalyser" TargetMode="External"/><Relationship Id="rId7" Type="http://schemas.openxmlformats.org/officeDocument/2006/relationships/hyperlink" Target="http://www.paciellogroup.com/resources/contrastAnalyser" TargetMode="External"/><Relationship Id="rId8" Type="http://schemas.openxmlformats.org/officeDocument/2006/relationships/hyperlink" Target="http://www.paciellogroup.com/resources/contrastAnalyser" TargetMode="External"/><Relationship Id="rId9" Type="http://schemas.openxmlformats.org/officeDocument/2006/relationships/hyperlink" Target="http://www.paciellogroup.com/resources/contrastAnalyser" TargetMode="External"/><Relationship Id="rId10" Type="http://schemas.openxmlformats.org/officeDocument/2006/relationships/hyperlink" Target="http://www.paciellogroup.com/resources/contrastAnalyser" TargetMode="External"/><Relationship Id="rId11" Type="http://schemas.openxmlformats.org/officeDocument/2006/relationships/hyperlink" Target="http://www.paciellogroup.com/resources/contrastAnalyser" TargetMode="External"/><Relationship Id="rId12" Type="http://schemas.openxmlformats.org/officeDocument/2006/relationships/hyperlink" Target="http://www.paciellogroup.com/resources/contrastAnalyser" TargetMode="External"/><Relationship Id="rId13" Type="http://schemas.openxmlformats.org/officeDocument/2006/relationships/image" Target="../media/image23.png"/><Relationship Id="rId14" Type="http://schemas.openxmlformats.org/officeDocument/2006/relationships/hyperlink" Target="https://support.office.com/en-US/article/Make-your-PowerPoint-presentations-accessible-6f7772b2-2f33-4bd2-8ca7-dae3b2b3ef25" TargetMode="External"/><Relationship Id="rId15" Type="http://schemas.openxmlformats.org/officeDocument/2006/relationships/slideLayout" Target="../slideLayouts/slideLayout38.xml"/><Relationship Id="rId16"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transition>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8" name="PlaceHolder 1"/>
          <p:cNvSpPr>
            <a:spLocks noGrp="1"/>
          </p:cNvSpPr>
          <p:nvPr>
            <p:ph type="title"/>
          </p:nvPr>
        </p:nvSpPr>
        <p:spPr>
          <a:xfrm>
            <a:off x="584280" y="2186280"/>
            <a:ext cx="7313400" cy="1353960"/>
          </a:xfrm>
          <a:prstGeom prst="rect">
            <a:avLst/>
          </a:prstGeom>
          <a:noFill/>
          <a:ln w="0">
            <a:noFill/>
          </a:ln>
        </p:spPr>
        <p:txBody>
          <a:bodyPr lIns="0" rIns="0" tIns="0" bIns="0" anchor="b">
            <a:noAutofit/>
          </a:bodyPr>
          <a:p>
            <a:pPr indent="0" defTabSz="932760">
              <a:lnSpc>
                <a:spcPct val="100000"/>
              </a:lnSpc>
              <a:buNone/>
            </a:pPr>
            <a:r>
              <a:rPr b="0" lang="en-US" sz="4400" spc="-51" strike="noStrike" u="none">
                <a:solidFill>
                  <a:srgbClr val="1a1a1a"/>
                </a:solidFill>
                <a:effectLst/>
                <a:uFillTx/>
                <a:latin typeface="Segoe UI Semibold"/>
              </a:rPr>
              <a:t>Cloud Computing (Azure) &amp; Developer Tools</a:t>
            </a:r>
            <a:endParaRPr b="0" lang="en-US" sz="4400" strike="noStrike" u="none">
              <a:solidFill>
                <a:schemeClr val="lt1"/>
              </a:solidFill>
              <a:effectLst/>
              <a:uFillTx/>
              <a:latin typeface="Segoe UI"/>
            </a:endParaRPr>
          </a:p>
        </p:txBody>
      </p:sp>
      <p:sp>
        <p:nvSpPr>
          <p:cNvPr id="2519" name="Title 3"/>
          <p:cNvSpPr/>
          <p:nvPr/>
        </p:nvSpPr>
        <p:spPr>
          <a:xfrm>
            <a:off x="592200" y="3637800"/>
            <a:ext cx="7313400" cy="213840"/>
          </a:xfrm>
          <a:prstGeom prst="rect">
            <a:avLst/>
          </a:prstGeom>
          <a:noFill/>
          <a:ln w="0">
            <a:noFill/>
          </a:ln>
        </p:spPr>
        <p:style>
          <a:lnRef idx="0"/>
          <a:fillRef idx="0"/>
          <a:effectRef idx="0"/>
          <a:fontRef idx="minor"/>
        </p:style>
        <p:txBody>
          <a:bodyPr lIns="0" rIns="0" tIns="0" bIns="0" anchor="b">
            <a:spAutoFit/>
          </a:bodyPr>
          <a:p>
            <a:pPr defTabSz="932760">
              <a:lnSpc>
                <a:spcPct val="100000"/>
              </a:lnSpc>
            </a:pPr>
            <a:r>
              <a:rPr b="0" lang="en-GB" sz="1400" spc="-51" strike="noStrike" u="none">
                <a:solidFill>
                  <a:srgbClr val="1a1a1a"/>
                </a:solidFill>
                <a:effectLst/>
                <a:uFillTx/>
                <a:latin typeface="Segoe UI Semibold"/>
              </a:rPr>
              <a:t>MM Salman Faris (Microsoft Learn Student Ambassador)</a:t>
            </a:r>
            <a:endParaRPr b="0" lang="en-US" sz="1400" strike="noStrike" u="none">
              <a:solidFill>
                <a:srgbClr val="000000"/>
              </a:solidFill>
              <a:effectLst/>
              <a:uFillTx/>
              <a:latin typeface="Arial"/>
            </a:endParaRPr>
          </a:p>
        </p:txBody>
      </p:sp>
    </p:spTree>
  </p:cSld>
  <mc:AlternateContent>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0" name="PlaceHolder 1"/>
          <p:cNvSpPr>
            <a:spLocks noGrp="1"/>
          </p:cNvSpPr>
          <p:nvPr>
            <p:ph type="title"/>
          </p:nvPr>
        </p:nvSpPr>
        <p:spPr>
          <a:xfrm>
            <a:off x="586440" y="5274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Event Agenda</a:t>
            </a:r>
            <a:endParaRPr b="0" lang="en-US" sz="3600" strike="noStrike" u="none">
              <a:solidFill>
                <a:schemeClr val="dk1"/>
              </a:solidFill>
              <a:effectLst/>
              <a:uFillTx/>
              <a:latin typeface="Segoe UI"/>
            </a:endParaRPr>
          </a:p>
        </p:txBody>
      </p:sp>
      <p:sp>
        <p:nvSpPr>
          <p:cNvPr id="2521" name="PlaceHolder 2"/>
          <p:cNvSpPr>
            <a:spLocks noGrp="1"/>
          </p:cNvSpPr>
          <p:nvPr>
            <p:ph/>
          </p:nvPr>
        </p:nvSpPr>
        <p:spPr>
          <a:xfrm>
            <a:off x="586440" y="1434240"/>
            <a:ext cx="3944880" cy="3995280"/>
          </a:xfrm>
          <a:prstGeom prst="rect">
            <a:avLst/>
          </a:prstGeom>
          <a:noFill/>
          <a:ln w="0">
            <a:noFill/>
          </a:ln>
        </p:spPr>
        <p:txBody>
          <a:bodyPr lIns="0" rIns="0" tIns="0" bIns="0" anchor="t">
            <a:noAutofit/>
          </a:bodyPr>
          <a:p>
            <a:pPr marL="514440" indent="-514440" defTabSz="932760">
              <a:lnSpc>
                <a:spcPct val="150000"/>
              </a:lnSpc>
              <a:spcBef>
                <a:spcPts val="641"/>
              </a:spcBef>
              <a:buClr>
                <a:srgbClr val="000000"/>
              </a:buClr>
              <a:buSzPct val="90000"/>
              <a:buFont typeface="Segoe UI Semibold"/>
              <a:buAutoNum type="arabicPeriod"/>
            </a:pPr>
            <a:r>
              <a:rPr b="0" lang="en-US" sz="3200" strike="noStrike" u="none">
                <a:solidFill>
                  <a:srgbClr val="000000"/>
                </a:solidFill>
                <a:effectLst/>
                <a:uFillTx/>
                <a:latin typeface="Segoe UI Semilight"/>
              </a:rPr>
              <a:t>Introduction</a:t>
            </a:r>
            <a:endParaRPr b="0" lang="en-US" sz="3200" strike="noStrike" u="none">
              <a:solidFill>
                <a:schemeClr val="dk1"/>
              </a:solidFill>
              <a:effectLst/>
              <a:uFillTx/>
              <a:latin typeface="Segoe UI Semilight"/>
            </a:endParaRPr>
          </a:p>
          <a:p>
            <a:pPr marL="514440" indent="-514440" defTabSz="932760">
              <a:lnSpc>
                <a:spcPct val="150000"/>
              </a:lnSpc>
              <a:spcBef>
                <a:spcPts val="641"/>
              </a:spcBef>
              <a:buClr>
                <a:srgbClr val="000000"/>
              </a:buClr>
              <a:buSzPct val="90000"/>
              <a:buFont typeface="Segoe UI Semibold"/>
              <a:buAutoNum type="arabicPeriod"/>
            </a:pPr>
            <a:r>
              <a:rPr b="0" lang="en-US" sz="3200" strike="noStrike" u="none">
                <a:solidFill>
                  <a:srgbClr val="000000"/>
                </a:solidFill>
                <a:effectLst/>
                <a:uFillTx/>
                <a:latin typeface="Segoe UI Semilight"/>
              </a:rPr>
              <a:t>Git &amp; GitHub</a:t>
            </a:r>
            <a:endParaRPr b="0" lang="en-US" sz="3200" strike="noStrike" u="none">
              <a:solidFill>
                <a:schemeClr val="dk1"/>
              </a:solidFill>
              <a:effectLst/>
              <a:uFillTx/>
              <a:latin typeface="Segoe UI Semilight"/>
            </a:endParaRPr>
          </a:p>
          <a:p>
            <a:pPr marL="514440" indent="-514440" defTabSz="932760">
              <a:lnSpc>
                <a:spcPct val="150000"/>
              </a:lnSpc>
              <a:spcBef>
                <a:spcPts val="641"/>
              </a:spcBef>
              <a:buClr>
                <a:srgbClr val="000000"/>
              </a:buClr>
              <a:buSzPct val="90000"/>
              <a:buFont typeface="Segoe UI Semibold"/>
              <a:buAutoNum type="arabicPeriod"/>
            </a:pPr>
            <a:r>
              <a:rPr b="0" lang="en-US" sz="3200" strike="noStrike" u="none">
                <a:solidFill>
                  <a:srgbClr val="000000"/>
                </a:solidFill>
                <a:effectLst/>
                <a:uFillTx/>
                <a:latin typeface="Segoe UI Semilight"/>
              </a:rPr>
              <a:t>Azure</a:t>
            </a:r>
            <a:endParaRPr b="0" lang="en-US" sz="3200" strike="noStrike" u="none">
              <a:solidFill>
                <a:schemeClr val="dk1"/>
              </a:solidFill>
              <a:effectLst/>
              <a:uFillTx/>
              <a:latin typeface="Segoe UI Semilight"/>
            </a:endParaRPr>
          </a:p>
          <a:p>
            <a:pPr marL="514440" indent="-514440" defTabSz="932760">
              <a:lnSpc>
                <a:spcPct val="150000"/>
              </a:lnSpc>
              <a:spcBef>
                <a:spcPts val="641"/>
              </a:spcBef>
              <a:buClr>
                <a:srgbClr val="000000"/>
              </a:buClr>
              <a:buSzPct val="90000"/>
              <a:buFont typeface="Segoe UI Semibold"/>
              <a:buAutoNum type="arabicPeriod"/>
            </a:pPr>
            <a:r>
              <a:rPr b="0" lang="en-US" sz="3200" strike="noStrike" u="none">
                <a:solidFill>
                  <a:srgbClr val="000000"/>
                </a:solidFill>
                <a:effectLst/>
                <a:uFillTx/>
                <a:latin typeface="Segoe UI Semilight"/>
              </a:rPr>
              <a:t>Deployment</a:t>
            </a:r>
            <a:endParaRPr b="0" lang="en-US" sz="3200" strike="noStrike" u="none">
              <a:solidFill>
                <a:schemeClr val="dk1"/>
              </a:solidFill>
              <a:effectLst/>
              <a:uFillTx/>
              <a:latin typeface="Segoe UI Semilight"/>
            </a:endParaRPr>
          </a:p>
          <a:p>
            <a:pPr marL="514440" indent="-514440" defTabSz="932760">
              <a:lnSpc>
                <a:spcPct val="150000"/>
              </a:lnSpc>
              <a:spcBef>
                <a:spcPts val="641"/>
              </a:spcBef>
              <a:buClr>
                <a:srgbClr val="000000"/>
              </a:buClr>
              <a:buSzPct val="90000"/>
              <a:buFont typeface="Segoe UI Semibold"/>
              <a:buAutoNum type="arabicPeriod"/>
            </a:pPr>
            <a:r>
              <a:rPr b="0" lang="en-US" sz="3200" strike="noStrike" u="none">
                <a:solidFill>
                  <a:srgbClr val="000000"/>
                </a:solidFill>
                <a:effectLst/>
                <a:uFillTx/>
                <a:latin typeface="Segoe UI Semilight"/>
              </a:rPr>
              <a:t>Q&amp;A</a:t>
            </a:r>
            <a:endParaRPr b="0" lang="en-US" sz="3200" strike="noStrike" u="none">
              <a:solidFill>
                <a:schemeClr val="dk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22" name="" descr=""/>
          <p:cNvPicPr/>
          <p:nvPr/>
        </p:nvPicPr>
        <p:blipFill>
          <a:blip r:embed="rId1"/>
          <a:srcRect l="26471" t="37258" r="26927" b="16256"/>
          <a:stretch/>
        </p:blipFill>
        <p:spPr>
          <a:xfrm>
            <a:off x="3589920" y="1286280"/>
            <a:ext cx="4486680" cy="447552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3" name="PlaceHolder 1"/>
          <p:cNvSpPr>
            <a:spLocks noGrp="1"/>
          </p:cNvSpPr>
          <p:nvPr>
            <p:ph type="title"/>
          </p:nvPr>
        </p:nvSpPr>
        <p:spPr>
          <a:xfrm>
            <a:off x="4233240" y="2074680"/>
            <a:ext cx="3875040" cy="1353960"/>
          </a:xfrm>
          <a:prstGeom prst="rect">
            <a:avLst/>
          </a:prstGeom>
          <a:noFill/>
          <a:ln w="0">
            <a:noFill/>
          </a:ln>
        </p:spPr>
        <p:txBody>
          <a:bodyPr lIns="0" rIns="0" tIns="0" bIns="0" anchor="b">
            <a:noAutofit/>
          </a:bodyPr>
          <a:p>
            <a:pPr indent="0" defTabSz="932760">
              <a:lnSpc>
                <a:spcPct val="100000"/>
              </a:lnSpc>
              <a:buNone/>
            </a:pPr>
            <a:r>
              <a:rPr b="0" lang="en-US" sz="4400" spc="-51" strike="noStrike" u="none">
                <a:solidFill>
                  <a:srgbClr val="1a1a1a"/>
                </a:solidFill>
                <a:effectLst/>
                <a:uFillTx/>
                <a:latin typeface="Segoe UI Semibold"/>
              </a:rPr>
              <a:t>Git and GitHub</a:t>
            </a:r>
            <a:endParaRPr b="0" lang="en-US" sz="4400" strike="noStrike" u="none">
              <a:solidFill>
                <a:schemeClr val="lt1"/>
              </a:solidFill>
              <a:effectLst/>
              <a:uFillTx/>
              <a:latin typeface="Segoe UI"/>
            </a:endParaRPr>
          </a:p>
        </p:txBody>
      </p:sp>
    </p:spTree>
  </p:cSld>
  <mc:AlternateContent>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4"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What is Azure?</a:t>
            </a:r>
            <a:endParaRPr b="0" lang="en-US" sz="3600" strike="noStrike" u="none">
              <a:solidFill>
                <a:schemeClr val="dk1"/>
              </a:solidFill>
              <a:effectLst/>
              <a:uFillTx/>
              <a:latin typeface="Segoe UI"/>
            </a:endParaRPr>
          </a:p>
        </p:txBody>
      </p:sp>
      <p:sp>
        <p:nvSpPr>
          <p:cNvPr id="2525" name="PlaceHolder 2"/>
          <p:cNvSpPr>
            <a:spLocks noGrp="1"/>
          </p:cNvSpPr>
          <p:nvPr>
            <p:ph/>
          </p:nvPr>
        </p:nvSpPr>
        <p:spPr>
          <a:xfrm>
            <a:off x="7264800" y="2320920"/>
            <a:ext cx="4341600" cy="2215800"/>
          </a:xfrm>
          <a:prstGeom prst="rect">
            <a:avLst/>
          </a:prstGeom>
          <a:noFill/>
          <a:ln w="0">
            <a:noFill/>
          </a:ln>
        </p:spPr>
        <p:txBody>
          <a:bodyPr lIns="0" rIns="0" tIns="0" bIns="0" anchor="t">
            <a:noAutofit/>
          </a:bodyPr>
          <a:p>
            <a:pPr indent="0" defTabSz="932760">
              <a:lnSpc>
                <a:spcPct val="100000"/>
              </a:lnSpc>
              <a:spcBef>
                <a:spcPts val="720"/>
              </a:spcBef>
              <a:buNone/>
              <a:tabLst>
                <a:tab algn="l" pos="0"/>
              </a:tabLst>
            </a:pPr>
            <a:r>
              <a:rPr b="0" lang="en-US" sz="3600" strike="noStrike" u="none">
                <a:solidFill>
                  <a:srgbClr val="000000"/>
                </a:solidFill>
                <a:effectLst/>
                <a:uFillTx/>
                <a:latin typeface="Segoe UI Semilight"/>
              </a:rPr>
              <a:t>Microsoft Azure is a cloud computing platform created by Microsoft.</a:t>
            </a:r>
            <a:endParaRPr b="0" lang="en-US" sz="3600" strike="noStrike" u="none">
              <a:solidFill>
                <a:schemeClr val="dk1"/>
              </a:solidFill>
              <a:effectLst/>
              <a:uFillTx/>
              <a:latin typeface="Segoe UI Semilight"/>
            </a:endParaRPr>
          </a:p>
        </p:txBody>
      </p:sp>
      <p:pic>
        <p:nvPicPr>
          <p:cNvPr id="2526" name="Picture 4" descr=""/>
          <p:cNvPicPr/>
          <p:nvPr/>
        </p:nvPicPr>
        <p:blipFill>
          <a:blip r:embed="rId1"/>
          <a:stretch/>
        </p:blipFill>
        <p:spPr>
          <a:xfrm>
            <a:off x="585360" y="1699560"/>
            <a:ext cx="6052680" cy="345852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7"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000000"/>
                </a:solidFill>
                <a:effectLst/>
                <a:uFillTx/>
                <a:latin typeface="Segoe UI Semibold"/>
              </a:rPr>
              <a:t>Cloud Models</a:t>
            </a:r>
            <a:endParaRPr b="0" lang="en-US" sz="3600" strike="noStrike" u="none">
              <a:solidFill>
                <a:schemeClr val="dk1"/>
              </a:solidFill>
              <a:effectLst/>
              <a:uFillTx/>
              <a:latin typeface="Segoe UI"/>
            </a:endParaRPr>
          </a:p>
        </p:txBody>
      </p:sp>
      <p:pic>
        <p:nvPicPr>
          <p:cNvPr id="2528" name="Picture 4" descr=""/>
          <p:cNvPicPr/>
          <p:nvPr/>
        </p:nvPicPr>
        <p:blipFill>
          <a:blip r:embed="rId1"/>
          <a:srcRect l="0" t="15138" r="0" b="0"/>
          <a:stretch/>
        </p:blipFill>
        <p:spPr>
          <a:xfrm>
            <a:off x="1182240" y="1693800"/>
            <a:ext cx="9826920" cy="463392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29" name="Picture 4" descr="Map Of Microsoft Data Centers"/>
          <p:cNvPicPr/>
          <p:nvPr/>
        </p:nvPicPr>
        <p:blipFill>
          <a:blip r:embed="rId1"/>
          <a:stretch/>
        </p:blipFill>
        <p:spPr>
          <a:xfrm>
            <a:off x="1776960" y="1368720"/>
            <a:ext cx="8637840" cy="4361040"/>
          </a:xfrm>
          <a:prstGeom prst="rect">
            <a:avLst/>
          </a:prstGeom>
          <a:noFill/>
          <a:ln w="0">
            <a:noFill/>
          </a:ln>
        </p:spPr>
      </p:pic>
      <p:sp>
        <p:nvSpPr>
          <p:cNvPr id="2530" name="PlaceHolder 1"/>
          <p:cNvSpPr>
            <a:spLocks noGrp="1"/>
          </p:cNvSpPr>
          <p:nvPr>
            <p:ph type="title"/>
          </p:nvPr>
        </p:nvSpPr>
        <p:spPr>
          <a:xfrm>
            <a:off x="588240" y="457200"/>
            <a:ext cx="11018160" cy="553680"/>
          </a:xfrm>
          <a:prstGeom prst="rect">
            <a:avLst/>
          </a:prstGeom>
          <a:noFill/>
          <a:ln w="0">
            <a:noFill/>
          </a:ln>
        </p:spPr>
        <p:txBody>
          <a:bodyPr lIns="0" rIns="0" tIns="0" bIns="0" anchor="b">
            <a:noAutofit/>
          </a:bodyPr>
          <a:p>
            <a:pPr indent="0" defTabSz="932760">
              <a:lnSpc>
                <a:spcPct val="100000"/>
              </a:lnSpc>
              <a:buNone/>
            </a:pPr>
            <a:r>
              <a:rPr b="0" lang="en-US" sz="3600" spc="-48" strike="noStrike" u="none">
                <a:solidFill>
                  <a:srgbClr val="000000"/>
                </a:solidFill>
                <a:effectLst/>
                <a:uFillTx/>
                <a:latin typeface="Segoe UI Semibold"/>
              </a:rPr>
              <a:t>Datacenter &amp; Regions</a:t>
            </a:r>
            <a:endParaRPr b="0" lang="en-US" sz="3600" strike="noStrike" u="none">
              <a:solidFill>
                <a:schemeClr val="dk1"/>
              </a:solidFill>
              <a:effectLst/>
              <a:uFillTx/>
              <a:latin typeface="Segoe UI"/>
            </a:endParaRPr>
          </a:p>
        </p:txBody>
      </p:sp>
    </p:spTree>
  </p:cSld>
  <mc:AlternateContent>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1" name="Title 16"/>
          <p:cNvSpPr/>
          <p:nvPr/>
        </p:nvSpPr>
        <p:spPr>
          <a:xfrm>
            <a:off x="586800" y="2356200"/>
            <a:ext cx="11018160" cy="664560"/>
          </a:xfrm>
          <a:prstGeom prst="rect">
            <a:avLst/>
          </a:prstGeom>
          <a:noFill/>
          <a:ln w="0">
            <a:noFill/>
          </a:ln>
        </p:spPr>
        <p:style>
          <a:lnRef idx="0"/>
          <a:fillRef idx="0"/>
          <a:effectRef idx="0"/>
          <a:fontRef idx="minor"/>
        </p:style>
        <p:txBody>
          <a:bodyPr lIns="0" rIns="0" tIns="0" bIns="0" anchor="b">
            <a:spAutoFit/>
          </a:bodyPr>
          <a:p>
            <a:pPr algn="ctr" defTabSz="932760">
              <a:lnSpc>
                <a:spcPct val="90000"/>
              </a:lnSpc>
            </a:pPr>
            <a:r>
              <a:rPr b="0" lang="en-GB" sz="4800" spc="-51" strike="noStrike" u="none">
                <a:solidFill>
                  <a:srgbClr val="1a1a1a"/>
                </a:solidFill>
                <a:effectLst/>
                <a:uFillTx/>
                <a:latin typeface="Segoe UI Semibold"/>
              </a:rPr>
              <a:t>Azure Main Services</a:t>
            </a:r>
            <a:endParaRPr b="0" lang="en-US" sz="4800" strike="noStrike" u="none">
              <a:solidFill>
                <a:srgbClr val="000000"/>
              </a:solidFill>
              <a:effectLst/>
              <a:uFillTx/>
              <a:latin typeface="Arial"/>
            </a:endParaRPr>
          </a:p>
        </p:txBody>
      </p:sp>
    </p:spTree>
  </p:cSld>
  <mc:AlternateContent>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32" name="Picture 2" descr=""/>
          <p:cNvPicPr/>
          <p:nvPr/>
        </p:nvPicPr>
        <p:blipFill>
          <a:blip r:embed="rId1"/>
          <a:stretch/>
        </p:blipFill>
        <p:spPr>
          <a:xfrm>
            <a:off x="1168560" y="1042920"/>
            <a:ext cx="9854280" cy="477216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33" name="Picture 2" descr=""/>
          <p:cNvPicPr/>
          <p:nvPr/>
        </p:nvPicPr>
        <p:blipFill>
          <a:blip r:embed="rId1"/>
          <a:stretch/>
        </p:blipFill>
        <p:spPr>
          <a:xfrm>
            <a:off x="1569960" y="1657440"/>
            <a:ext cx="9051480" cy="354276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34" name="Picture 2" descr=""/>
          <p:cNvPicPr/>
          <p:nvPr/>
        </p:nvPicPr>
        <p:blipFill>
          <a:blip r:embed="rId1"/>
          <a:stretch/>
        </p:blipFill>
        <p:spPr>
          <a:xfrm>
            <a:off x="1090800" y="1001520"/>
            <a:ext cx="10010160" cy="4854600"/>
          </a:xfrm>
          <a:prstGeom prst="rect">
            <a:avLst/>
          </a:prstGeom>
          <a:solidFill>
            <a:srgbClr val="ffffff"/>
          </a:solidFill>
          <a:ln w="0">
            <a:noFill/>
          </a:ln>
        </p:spPr>
      </p:pic>
    </p:spTree>
  </p:cSld>
  <mc:AlternateContent>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35" name="Picture 2" descr=""/>
          <p:cNvPicPr/>
          <p:nvPr/>
        </p:nvPicPr>
        <p:blipFill>
          <a:blip r:embed="rId1"/>
          <a:stretch/>
        </p:blipFill>
        <p:spPr>
          <a:xfrm>
            <a:off x="1696320" y="1335960"/>
            <a:ext cx="8798760" cy="418572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36" name="Picture 11" descr=""/>
          <p:cNvPicPr/>
          <p:nvPr/>
        </p:nvPicPr>
        <p:blipFill>
          <a:blip r:embed="rId1"/>
          <a:stretch/>
        </p:blipFill>
        <p:spPr>
          <a:xfrm>
            <a:off x="839160" y="1799280"/>
            <a:ext cx="10513080" cy="325944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7" name="Title 16"/>
          <p:cNvSpPr/>
          <p:nvPr/>
        </p:nvSpPr>
        <p:spPr>
          <a:xfrm>
            <a:off x="586800" y="2446560"/>
            <a:ext cx="11018160" cy="664560"/>
          </a:xfrm>
          <a:prstGeom prst="rect">
            <a:avLst/>
          </a:prstGeom>
          <a:noFill/>
          <a:ln w="0">
            <a:noFill/>
          </a:ln>
        </p:spPr>
        <p:style>
          <a:lnRef idx="0"/>
          <a:fillRef idx="0"/>
          <a:effectRef idx="0"/>
          <a:fontRef idx="minor"/>
        </p:style>
        <p:txBody>
          <a:bodyPr lIns="0" rIns="0" tIns="0" bIns="0" anchor="b">
            <a:spAutoFit/>
          </a:bodyPr>
          <a:p>
            <a:pPr algn="ctr" defTabSz="932760">
              <a:lnSpc>
                <a:spcPct val="90000"/>
              </a:lnSpc>
            </a:pPr>
            <a:r>
              <a:rPr b="0" lang="en-GB" sz="4800" spc="-51" strike="noStrike" u="none">
                <a:solidFill>
                  <a:srgbClr val="1a1a1a"/>
                </a:solidFill>
                <a:effectLst/>
                <a:uFillTx/>
                <a:latin typeface="Segoe UI Semibold"/>
              </a:rPr>
              <a:t>Static Web App Deployment</a:t>
            </a:r>
            <a:endParaRPr b="0" lang="en-US" sz="4800" strike="noStrike" u="none">
              <a:solidFill>
                <a:srgbClr val="000000"/>
              </a:solidFill>
              <a:effectLst/>
              <a:uFillTx/>
              <a:latin typeface="Arial"/>
            </a:endParaRPr>
          </a:p>
        </p:txBody>
      </p:sp>
    </p:spTree>
  </p:cSld>
  <mc:AlternateContent>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38" name="Picture 2" descr="A blue and white chat bubbles&#10;&#10;AI-generated content may be incorrect."/>
          <p:cNvPicPr/>
          <p:nvPr/>
        </p:nvPicPr>
        <p:blipFill>
          <a:blip r:embed="rId1"/>
          <a:stretch/>
        </p:blipFill>
        <p:spPr>
          <a:xfrm>
            <a:off x="3657240" y="990360"/>
            <a:ext cx="4877280" cy="487728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9" name="PlaceHolder 1"/>
          <p:cNvSpPr>
            <a:spLocks noGrp="1"/>
          </p:cNvSpPr>
          <p:nvPr>
            <p:ph type="title"/>
          </p:nvPr>
        </p:nvSpPr>
        <p:spPr>
          <a:xfrm>
            <a:off x="4048920" y="840960"/>
            <a:ext cx="3728520" cy="498240"/>
          </a:xfrm>
          <a:prstGeom prst="rect">
            <a:avLst/>
          </a:prstGeom>
          <a:noFill/>
          <a:ln w="0">
            <a:noFill/>
          </a:ln>
        </p:spPr>
        <p:txBody>
          <a:bodyPr lIns="0" rIns="0" tIns="0" bIns="0" anchor="b">
            <a:noAutofit/>
          </a:bodyPr>
          <a:p>
            <a:pPr indent="0" defTabSz="932760">
              <a:lnSpc>
                <a:spcPct val="90000"/>
              </a:lnSpc>
              <a:buNone/>
            </a:pPr>
            <a:r>
              <a:rPr b="0" lang="en-US" sz="3600" spc="-51" strike="noStrike" u="none">
                <a:solidFill>
                  <a:srgbClr val="000000"/>
                </a:solidFill>
                <a:effectLst/>
                <a:uFillTx/>
                <a:latin typeface="Segoe UI Semibold"/>
              </a:rPr>
              <a:t>Session Feedback</a:t>
            </a:r>
            <a:endParaRPr b="0" lang="en-US" sz="3600" strike="noStrike" u="none">
              <a:solidFill>
                <a:schemeClr val="dk1"/>
              </a:solidFill>
              <a:effectLst/>
              <a:uFillTx/>
              <a:latin typeface="Segoe UI"/>
            </a:endParaRPr>
          </a:p>
        </p:txBody>
      </p:sp>
      <p:pic>
        <p:nvPicPr>
          <p:cNvPr id="2540" name="Picture 3" descr=""/>
          <p:cNvPicPr/>
          <p:nvPr/>
        </p:nvPicPr>
        <p:blipFill>
          <a:blip r:embed="rId1"/>
          <a:srcRect l="25449" t="36330" r="25261" b="14380"/>
          <a:stretch/>
        </p:blipFill>
        <p:spPr>
          <a:xfrm>
            <a:off x="4268160" y="1721520"/>
            <a:ext cx="3173400" cy="3173400"/>
          </a:xfrm>
          <a:prstGeom prst="rect">
            <a:avLst/>
          </a:prstGeom>
          <a:noFill/>
          <a:ln w="0">
            <a:noFill/>
          </a:ln>
        </p:spPr>
      </p:pic>
    </p:spTree>
  </p:cSld>
  <mc:AlternateContent>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transition>
    <p:fade/>
  </p:transition>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1" name="PlaceHolder 1"/>
          <p:cNvSpPr>
            <a:spLocks noGrp="1"/>
          </p:cNvSpPr>
          <p:nvPr>
            <p:ph type="title"/>
          </p:nvPr>
        </p:nvSpPr>
        <p:spPr>
          <a:xfrm>
            <a:off x="584280" y="2874960"/>
            <a:ext cx="6637680" cy="553680"/>
          </a:xfrm>
          <a:prstGeom prst="rect">
            <a:avLst/>
          </a:prstGeom>
          <a:noFill/>
          <a:ln w="0">
            <a:noFill/>
          </a:ln>
        </p:spPr>
        <p:txBody>
          <a:bodyPr lIns="0" rIns="0" tIns="0" bIns="0" anchor="b">
            <a:noAutofit/>
          </a:bodyPr>
          <a:p>
            <a:pPr indent="0" defTabSz="932760">
              <a:lnSpc>
                <a:spcPct val="100000"/>
              </a:lnSpc>
              <a:buNone/>
            </a:pPr>
            <a:r>
              <a:rPr b="0" lang="en-US" sz="3600" spc="-51" strike="noStrike" u="none">
                <a:solidFill>
                  <a:schemeClr val="lt1"/>
                </a:solidFill>
                <a:effectLst/>
                <a:uFillTx/>
                <a:latin typeface="Segoe UI Semibold"/>
              </a:rPr>
              <a:t>Event name or presentation title</a:t>
            </a:r>
            <a:endParaRPr b="0" lang="en-US" sz="3600" strike="noStrike" u="none">
              <a:solidFill>
                <a:schemeClr val="lt1"/>
              </a:solidFill>
              <a:effectLst/>
              <a:uFillTx/>
              <a:latin typeface="Segoe UI"/>
            </a:endParaRPr>
          </a:p>
        </p:txBody>
      </p:sp>
      <p:sp>
        <p:nvSpPr>
          <p:cNvPr id="2542" name="PlaceHolder 2"/>
          <p:cNvSpPr>
            <a:spLocks noGrp="1"/>
          </p:cNvSpPr>
          <p:nvPr>
            <p:ph/>
          </p:nvPr>
        </p:nvSpPr>
        <p:spPr>
          <a:xfrm>
            <a:off x="584280" y="3543120"/>
            <a:ext cx="6655320" cy="307440"/>
          </a:xfrm>
          <a:prstGeom prst="rect">
            <a:avLst/>
          </a:prstGeom>
          <a:noFill/>
          <a:ln w="0">
            <a:noFill/>
          </a:ln>
        </p:spPr>
        <p:txBody>
          <a:bodyPr lIns="0" rIns="0" tIns="0" bIns="0" anchor="t">
            <a:noAutofit/>
          </a:bodyPr>
          <a:p>
            <a:pPr indent="0" defTabSz="932760">
              <a:lnSpc>
                <a:spcPct val="100000"/>
              </a:lnSpc>
              <a:buNone/>
              <a:tabLst>
                <a:tab algn="l" pos="0"/>
              </a:tabLst>
            </a:pPr>
            <a:r>
              <a:rPr b="0" lang="en-US" sz="2000" strike="noStrike" u="none">
                <a:solidFill>
                  <a:schemeClr val="lt1"/>
                </a:solidFill>
                <a:effectLst/>
                <a:uFillTx/>
                <a:latin typeface="Segoe UI"/>
              </a:rPr>
              <a:t>Subtitle or speaker name</a:t>
            </a:r>
            <a:endParaRPr b="0" lang="en-US" sz="20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3" name="PlaceHolder 1"/>
          <p:cNvSpPr>
            <a:spLocks noGrp="1"/>
          </p:cNvSpPr>
          <p:nvPr>
            <p:ph type="title"/>
          </p:nvPr>
        </p:nvSpPr>
        <p:spPr>
          <a:xfrm>
            <a:off x="584280" y="2874960"/>
            <a:ext cx="6637680" cy="553680"/>
          </a:xfrm>
          <a:prstGeom prst="rect">
            <a:avLst/>
          </a:prstGeom>
          <a:noFill/>
          <a:ln w="0">
            <a:noFill/>
          </a:ln>
        </p:spPr>
        <p:txBody>
          <a:bodyPr lIns="0" rIns="0" tIns="0" bIns="0" anchor="b">
            <a:noAutofit/>
          </a:bodyPr>
          <a:p>
            <a:pPr indent="0" defTabSz="932760">
              <a:lnSpc>
                <a:spcPct val="100000"/>
              </a:lnSpc>
              <a:buNone/>
            </a:pPr>
            <a:r>
              <a:rPr b="0" lang="en-US" sz="3600" spc="-51" strike="noStrike" u="none">
                <a:solidFill>
                  <a:schemeClr val="lt1"/>
                </a:solidFill>
                <a:effectLst/>
                <a:uFillTx/>
                <a:latin typeface="Segoe UI Semibold"/>
              </a:rPr>
              <a:t>Event name or presentation title</a:t>
            </a:r>
            <a:endParaRPr b="0" lang="en-US" sz="3600" strike="noStrike" u="none">
              <a:solidFill>
                <a:schemeClr val="lt1"/>
              </a:solidFill>
              <a:effectLst/>
              <a:uFillTx/>
              <a:latin typeface="Segoe UI"/>
            </a:endParaRPr>
          </a:p>
        </p:txBody>
      </p:sp>
      <p:sp>
        <p:nvSpPr>
          <p:cNvPr id="2544" name="PlaceHolder 2"/>
          <p:cNvSpPr>
            <a:spLocks noGrp="1"/>
          </p:cNvSpPr>
          <p:nvPr>
            <p:ph/>
          </p:nvPr>
        </p:nvSpPr>
        <p:spPr>
          <a:xfrm>
            <a:off x="584280" y="3543120"/>
            <a:ext cx="6655320" cy="307440"/>
          </a:xfrm>
          <a:prstGeom prst="rect">
            <a:avLst/>
          </a:prstGeom>
          <a:noFill/>
          <a:ln w="0">
            <a:noFill/>
          </a:ln>
        </p:spPr>
        <p:txBody>
          <a:bodyPr lIns="0" rIns="0" tIns="0" bIns="0" anchor="t">
            <a:noAutofit/>
          </a:bodyPr>
          <a:p>
            <a:pPr indent="0" defTabSz="932760">
              <a:lnSpc>
                <a:spcPct val="100000"/>
              </a:lnSpc>
              <a:buNone/>
              <a:tabLst>
                <a:tab algn="l" pos="0"/>
              </a:tabLst>
            </a:pPr>
            <a:r>
              <a:rPr b="0" lang="en-US" sz="2000" strike="noStrike" u="none">
                <a:solidFill>
                  <a:schemeClr val="lt1"/>
                </a:solidFill>
                <a:effectLst/>
                <a:uFillTx/>
                <a:latin typeface="Segoe UI"/>
              </a:rPr>
              <a:t>Subtitle or speaker name</a:t>
            </a:r>
            <a:endParaRPr b="0" lang="en-US" sz="20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5" name="PlaceHolder 1"/>
          <p:cNvSpPr>
            <a:spLocks noGrp="1"/>
          </p:cNvSpPr>
          <p:nvPr>
            <p:ph type="title"/>
          </p:nvPr>
        </p:nvSpPr>
        <p:spPr>
          <a:xfrm>
            <a:off x="584280" y="2874960"/>
            <a:ext cx="6637680" cy="553680"/>
          </a:xfrm>
          <a:prstGeom prst="rect">
            <a:avLst/>
          </a:prstGeom>
          <a:noFill/>
          <a:ln w="0">
            <a:noFill/>
          </a:ln>
        </p:spPr>
        <p:txBody>
          <a:bodyPr lIns="0" rIns="0" tIns="0" bIns="0" anchor="b">
            <a:noAutofit/>
          </a:bodyPr>
          <a:p>
            <a:pPr indent="0" defTabSz="932760">
              <a:lnSpc>
                <a:spcPct val="100000"/>
              </a:lnSpc>
              <a:buNone/>
            </a:pPr>
            <a:r>
              <a:rPr b="0" lang="en-US" sz="3600" spc="-51" strike="noStrike" u="none">
                <a:solidFill>
                  <a:schemeClr val="lt1"/>
                </a:solidFill>
                <a:effectLst/>
                <a:uFillTx/>
                <a:latin typeface="Segoe UI Semibold"/>
              </a:rPr>
              <a:t>Event name or presentation title</a:t>
            </a:r>
            <a:endParaRPr b="0" lang="en-US" sz="3600" strike="noStrike" u="none">
              <a:solidFill>
                <a:schemeClr val="lt1"/>
              </a:solidFill>
              <a:effectLst/>
              <a:uFillTx/>
              <a:latin typeface="Segoe UI"/>
            </a:endParaRPr>
          </a:p>
        </p:txBody>
      </p:sp>
      <p:sp>
        <p:nvSpPr>
          <p:cNvPr id="2546" name="PlaceHolder 2"/>
          <p:cNvSpPr>
            <a:spLocks noGrp="1"/>
          </p:cNvSpPr>
          <p:nvPr>
            <p:ph/>
          </p:nvPr>
        </p:nvSpPr>
        <p:spPr>
          <a:xfrm>
            <a:off x="584280" y="3543120"/>
            <a:ext cx="6655320" cy="307440"/>
          </a:xfrm>
          <a:prstGeom prst="rect">
            <a:avLst/>
          </a:prstGeom>
          <a:noFill/>
          <a:ln w="0">
            <a:noFill/>
          </a:ln>
        </p:spPr>
        <p:txBody>
          <a:bodyPr lIns="0" rIns="0" tIns="0" bIns="0" anchor="t">
            <a:noAutofit/>
          </a:bodyPr>
          <a:p>
            <a:pPr indent="0" defTabSz="932760">
              <a:lnSpc>
                <a:spcPct val="100000"/>
              </a:lnSpc>
              <a:buNone/>
              <a:tabLst>
                <a:tab algn="l" pos="0"/>
              </a:tabLst>
            </a:pPr>
            <a:r>
              <a:rPr b="0" lang="en-US" sz="2000" strike="noStrike" u="none">
                <a:solidFill>
                  <a:schemeClr val="lt1"/>
                </a:solidFill>
                <a:effectLst/>
                <a:uFillTx/>
                <a:latin typeface="Segoe UI"/>
              </a:rPr>
              <a:t>Subtitle or speaker name</a:t>
            </a:r>
            <a:endParaRPr b="0" lang="en-US" sz="20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7"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Text layout (without bullet points)</a:t>
            </a:r>
            <a:endParaRPr b="0" lang="en-US" sz="3600" strike="noStrike" u="none">
              <a:solidFill>
                <a:schemeClr val="lt1"/>
              </a:solidFill>
              <a:effectLst/>
              <a:uFillTx/>
              <a:latin typeface="Segoe UI"/>
            </a:endParaRPr>
          </a:p>
        </p:txBody>
      </p:sp>
      <p:sp>
        <p:nvSpPr>
          <p:cNvPr id="2548" name="PlaceHolder 2"/>
          <p:cNvSpPr>
            <a:spLocks noGrp="1"/>
          </p:cNvSpPr>
          <p:nvPr>
            <p:ph/>
          </p:nvPr>
        </p:nvSpPr>
        <p:spPr>
          <a:xfrm>
            <a:off x="586440" y="1434240"/>
            <a:ext cx="11018160" cy="230796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Main topic: Segoe UI Semilight, size 28pt</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Segoe UI, size 20pt for 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Segoe UI, size 16pt for third level</a:t>
            </a:r>
            <a:endParaRPr b="0" lang="en-US" sz="16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9"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Text layout with bulleted text</a:t>
            </a:r>
            <a:endParaRPr b="0" lang="en-US" sz="3600" strike="noStrike" u="none">
              <a:solidFill>
                <a:schemeClr val="lt1"/>
              </a:solidFill>
              <a:effectLst/>
              <a:uFillTx/>
              <a:latin typeface="Segoe UI"/>
            </a:endParaRPr>
          </a:p>
        </p:txBody>
      </p:sp>
      <p:sp>
        <p:nvSpPr>
          <p:cNvPr id="2550" name="PlaceHolder 2"/>
          <p:cNvSpPr>
            <a:spLocks noGrp="1"/>
          </p:cNvSpPr>
          <p:nvPr>
            <p:ph/>
          </p:nvPr>
        </p:nvSpPr>
        <p:spPr>
          <a:xfrm>
            <a:off x="584280" y="1435320"/>
            <a:ext cx="11018160" cy="230796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Main topic: Segoe UI Semilight, size 28pt</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Segoe UI, size 20pt for 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Segoe UI, size 16pt for third level</a:t>
            </a:r>
            <a:endParaRPr b="0" lang="en-US" sz="16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1"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Text layout with bulleted text</a:t>
            </a:r>
            <a:endParaRPr b="0" lang="en-US" sz="3600" strike="noStrike" u="none">
              <a:solidFill>
                <a:schemeClr val="lt1"/>
              </a:solidFill>
              <a:effectLst/>
              <a:uFillTx/>
              <a:latin typeface="Segoe UI"/>
            </a:endParaRPr>
          </a:p>
        </p:txBody>
      </p:sp>
      <p:sp>
        <p:nvSpPr>
          <p:cNvPr id="2552" name="PlaceHolder 2"/>
          <p:cNvSpPr>
            <a:spLocks noGrp="1"/>
          </p:cNvSpPr>
          <p:nvPr>
            <p:ph/>
          </p:nvPr>
        </p:nvSpPr>
        <p:spPr>
          <a:xfrm>
            <a:off x="586440" y="1434240"/>
            <a:ext cx="11018160" cy="230796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Main topic: Segoe UI Semilight, size 28pt</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Segoe UI, size 20pt for 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Segoe UI, size 16pt for third level</a:t>
            </a:r>
            <a:endParaRPr b="0" lang="en-US" sz="16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3" name="PlaceHolder 1"/>
          <p:cNvSpPr>
            <a:spLocks noGrp="1"/>
          </p:cNvSpPr>
          <p:nvPr>
            <p:ph type="title"/>
          </p:nvPr>
        </p:nvSpPr>
        <p:spPr>
          <a:xfrm>
            <a:off x="588240" y="457200"/>
            <a:ext cx="11018160" cy="110772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Example with longer headline text</a:t>
            </a:r>
            <a:br>
              <a:rPr sz="3600"/>
            </a:br>
            <a:r>
              <a:rPr b="0" lang="en-US" sz="3600" spc="-51" strike="noStrike" u="none">
                <a:solidFill>
                  <a:srgbClr val="ffffff"/>
                </a:solidFill>
                <a:effectLst/>
                <a:uFillTx/>
                <a:latin typeface="Segoe UI Semibold"/>
              </a:rPr>
              <a:t>wrapping to a second line</a:t>
            </a:r>
            <a:endParaRPr b="0" lang="en-US" sz="3600" strike="noStrike" u="none">
              <a:solidFill>
                <a:schemeClr val="lt1"/>
              </a:solidFill>
              <a:effectLst/>
              <a:uFillTx/>
              <a:latin typeface="Segoe UI"/>
            </a:endParaRPr>
          </a:p>
        </p:txBody>
      </p:sp>
      <p:sp>
        <p:nvSpPr>
          <p:cNvPr id="2554" name="PlaceHolder 2"/>
          <p:cNvSpPr>
            <a:spLocks noGrp="1"/>
          </p:cNvSpPr>
          <p:nvPr>
            <p:ph/>
          </p:nvPr>
        </p:nvSpPr>
        <p:spPr>
          <a:xfrm>
            <a:off x="590760" y="2019240"/>
            <a:ext cx="11018160" cy="2628000"/>
          </a:xfrm>
          <a:prstGeom prst="rect">
            <a:avLst/>
          </a:prstGeom>
          <a:noFill/>
          <a:ln w="0">
            <a:noFill/>
          </a:ln>
        </p:spPr>
        <p:txBody>
          <a:bodyPr lIns="0" rIns="0" tIns="0" bIns="0" anchor="t">
            <a:noAutofit/>
          </a:bodyPr>
          <a:p>
            <a:pPr indent="0" defTabSz="932760">
              <a:lnSpc>
                <a:spcPct val="95000"/>
              </a:lnSpc>
              <a:spcBef>
                <a:spcPts val="561"/>
              </a:spcBef>
              <a:buNone/>
              <a:tabLst>
                <a:tab algn="l" pos="0"/>
              </a:tabLst>
            </a:pPr>
            <a:r>
              <a:rPr b="0" lang="en-US" sz="2800" strike="noStrike" u="none">
                <a:solidFill>
                  <a:srgbClr val="ffffff"/>
                </a:solidFill>
                <a:effectLst/>
                <a:uFillTx/>
                <a:latin typeface="Segoe UI Semilight"/>
              </a:rPr>
              <a:t>When the headline text is 2 lines, move this text block </a:t>
            </a:r>
            <a:br>
              <a:rPr sz="2800"/>
            </a:br>
            <a:r>
              <a:rPr b="0" lang="en-US" sz="2800" strike="noStrike" u="none">
                <a:solidFill>
                  <a:srgbClr val="ffffff"/>
                </a:solidFill>
                <a:effectLst/>
                <a:uFillTx/>
                <a:latin typeface="Segoe UI Semilight"/>
              </a:rPr>
              <a:t>down to align to the lower blue guide</a:t>
            </a:r>
            <a:endParaRPr b="0" lang="en-US" sz="2800" strike="noStrike" u="none">
              <a:solidFill>
                <a:schemeClr val="lt1"/>
              </a:solidFill>
              <a:effectLst/>
              <a:uFillTx/>
              <a:latin typeface="Segoe UI Semilight"/>
            </a:endParaRPr>
          </a:p>
          <a:p>
            <a:pPr indent="0" defTabSz="932760">
              <a:lnSpc>
                <a:spcPct val="95000"/>
              </a:lnSpc>
              <a:spcBef>
                <a:spcPts val="561"/>
              </a:spcBef>
              <a:buNone/>
              <a:tabLst>
                <a:tab algn="l" pos="0"/>
              </a:tabLst>
            </a:pPr>
            <a:r>
              <a:rPr b="0" lang="en-US" sz="2800" strike="noStrike" u="none">
                <a:solidFill>
                  <a:srgbClr val="ffffff"/>
                </a:solidFill>
                <a:effectLst/>
                <a:uFillTx/>
                <a:latin typeface="Segoe UI Semilight"/>
              </a:rPr>
              <a:t>If you don’t see guidelines, click on the View menu, </a:t>
            </a:r>
            <a:br>
              <a:rPr sz="2800"/>
            </a:br>
            <a:r>
              <a:rPr b="0" lang="en-US" sz="2800" strike="noStrike" u="none">
                <a:solidFill>
                  <a:srgbClr val="ffffff"/>
                </a:solidFill>
                <a:effectLst/>
                <a:uFillTx/>
                <a:latin typeface="Segoe UI Semilight"/>
              </a:rPr>
              <a:t>and then check the box in front of “Guides”</a:t>
            </a:r>
            <a:endParaRPr b="0" lang="en-US" sz="2800" strike="noStrike" u="none">
              <a:solidFill>
                <a:schemeClr val="lt1"/>
              </a:solidFill>
              <a:effectLst/>
              <a:uFillTx/>
              <a:latin typeface="Segoe UI Semilight"/>
            </a:endParaRPr>
          </a:p>
          <a:p>
            <a:pPr indent="0" defTabSz="932760">
              <a:lnSpc>
                <a:spcPct val="95000"/>
              </a:lnSpc>
              <a:spcBef>
                <a:spcPts val="561"/>
              </a:spcBef>
              <a:buNone/>
              <a:tabLst>
                <a:tab algn="l" pos="0"/>
              </a:tabLst>
            </a:pPr>
            <a:r>
              <a:rPr b="0" lang="en-US" sz="2800" strike="noStrike" u="none">
                <a:solidFill>
                  <a:srgbClr val="ffffff"/>
                </a:solidFill>
                <a:effectLst/>
                <a:uFillTx/>
                <a:latin typeface="Segoe UI Semilight"/>
              </a:rPr>
              <a:t>Use a “soft return” Shift + Enter to wrap text without </a:t>
            </a:r>
            <a:br>
              <a:rPr sz="2800"/>
            </a:br>
            <a:r>
              <a:rPr b="0" lang="en-US" sz="2800" strike="noStrike" u="none">
                <a:solidFill>
                  <a:srgbClr val="ffffff"/>
                </a:solidFill>
                <a:effectLst/>
                <a:uFillTx/>
                <a:latin typeface="Segoe UI Semilight"/>
              </a:rPr>
              <a:t>adding extra line spacing</a:t>
            </a:r>
            <a:endParaRPr b="0" lang="en-US" sz="2800" strike="noStrike" u="none">
              <a:solidFill>
                <a:schemeClr val="lt1"/>
              </a:solidFill>
              <a:effectLst/>
              <a:uFillTx/>
              <a:latin typeface="Segoe UI Semilight"/>
            </a:endParaRPr>
          </a:p>
        </p:txBody>
      </p:sp>
      <p:sp>
        <p:nvSpPr>
          <p:cNvPr id="2555" name="Freeform: Shape 3"/>
          <p:cNvSpPr/>
          <p:nvPr/>
        </p:nvSpPr>
        <p:spPr>
          <a:xfrm>
            <a:off x="6656760" y="2019240"/>
            <a:ext cx="2474280" cy="676440"/>
          </a:xfrm>
          <a:custGeom>
            <a:avLst/>
            <a:gdLst>
              <a:gd name="textAreaLeft" fmla="*/ 0 w 2474280"/>
              <a:gd name="textAreaRight" fmla="*/ 2474640 w 2474280"/>
              <a:gd name="textAreaTop" fmla="*/ 0 h 676440"/>
              <a:gd name="textAreaBottom" fmla="*/ 676800 h 676440"/>
              <a:gd name="GluePoint1X" fmla="*/ 0 w 822960"/>
              <a:gd name="GluePoint1Y" fmla="*/ 205740 h 205740"/>
              <a:gd name="GluePoint2X" fmla="*/ 822960 w 822960"/>
              <a:gd name="GluePoint2Y" fmla="*/ 205740 h 205740"/>
              <a:gd name="GluePoint3X" fmla="*/ 822960 w 822960"/>
              <a:gd name="GluePoint3Y" fmla="*/ 0 h 205740"/>
            </a:gdLst>
            <a:ahLst/>
            <a:cxnLst>
              <a:cxn ang="0">
                <a:pos x="GluePoint1X" y="GluePoint1Y"/>
              </a:cxn>
              <a:cxn ang="0">
                <a:pos x="GluePoint2X" y="GluePoint2Y"/>
              </a:cxn>
              <a:cxn ang="0">
                <a:pos x="GluePoint3X" y="GluePoint3Y"/>
              </a:cxn>
            </a:cxnLst>
            <a:rect l="textAreaLeft" t="textAreaTop" r="textAreaRight" b="textAreaBottom"/>
            <a:pathLst>
              <a:path w="822960" h="205740">
                <a:moveTo>
                  <a:pt x="0" y="205740"/>
                </a:moveTo>
                <a:lnTo>
                  <a:pt x="822960" y="205740"/>
                </a:lnTo>
                <a:lnTo>
                  <a:pt x="822960" y="0"/>
                </a:lnTo>
              </a:path>
            </a:pathLst>
          </a:custGeom>
          <a:noFill/>
          <a:ln w="12700">
            <a:solidFill>
              <a:schemeClr val="dk1">
                <a:alpha val="49000"/>
              </a:schemeClr>
            </a:solidFill>
            <a:round/>
            <a:tailEnd len="med" type="arrow" w="lg"/>
          </a:ln>
        </p:spPr>
        <p:style>
          <a:lnRef idx="1">
            <a:schemeClr val="accent2"/>
          </a:lnRef>
          <a:fillRef idx="3">
            <a:schemeClr val="accent2"/>
          </a:fillRef>
          <a:effectRef idx="2">
            <a:schemeClr val="accent2"/>
          </a:effectRef>
          <a:fontRef idx="minor"/>
        </p:style>
        <p:txBody>
          <a:bodyPr lIns="90000" rIns="90000" tIns="45000" bIns="45000" anchor="ctr">
            <a:noAutofit/>
          </a:bodyPr>
          <a:p>
            <a:pPr algn="ctr" defTabSz="914400">
              <a:lnSpc>
                <a:spcPct val="100000"/>
              </a:lnSpc>
            </a:pPr>
            <a:endParaRPr b="0" lang="en-US" sz="1770" strike="noStrike" u="none">
              <a:solidFill>
                <a:schemeClr val="lt1"/>
              </a:solidFill>
              <a:effectLst/>
              <a:uFillTx/>
              <a:latin typeface="Segoe UI"/>
            </a:endParaRPr>
          </a:p>
        </p:txBody>
      </p:sp>
    </p:spTree>
  </p:cSld>
  <mc:AlternateContent>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6"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Adjusting list levels</a:t>
            </a:r>
            <a:endParaRPr b="0" lang="en-US" sz="3600" strike="noStrike" u="none">
              <a:solidFill>
                <a:schemeClr val="lt1"/>
              </a:solidFill>
              <a:effectLst/>
              <a:uFillTx/>
              <a:latin typeface="Segoe UI"/>
            </a:endParaRPr>
          </a:p>
        </p:txBody>
      </p:sp>
      <p:sp>
        <p:nvSpPr>
          <p:cNvPr id="2557" name="PlaceHolder 2"/>
          <p:cNvSpPr>
            <a:spLocks noGrp="1"/>
          </p:cNvSpPr>
          <p:nvPr>
            <p:ph/>
          </p:nvPr>
        </p:nvSpPr>
        <p:spPr>
          <a:xfrm>
            <a:off x="586440" y="1434240"/>
            <a:ext cx="4750560" cy="230796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Main topic: Segoe UI Semilight, size 28pt</a:t>
            </a:r>
            <a:endParaRPr b="0" lang="en-US" sz="2800" strike="noStrike" u="none">
              <a:solidFill>
                <a:schemeClr val="lt1"/>
              </a:solidFill>
              <a:effectLst/>
              <a:uFillTx/>
              <a:latin typeface="Segoe UI Semilight"/>
            </a:endParaRPr>
          </a:p>
          <a:p>
            <a:pPr marL="228600" indent="0" defTabSz="932760">
              <a:lnSpc>
                <a:spcPct val="100000"/>
              </a:lnSpc>
              <a:spcBef>
                <a:spcPts val="400"/>
              </a:spcBef>
              <a:buNone/>
              <a:tabLst>
                <a:tab algn="l" pos="0"/>
              </a:tabLst>
            </a:pPr>
            <a:r>
              <a:rPr b="0" lang="en-US" sz="2000" strike="noStrike" u="none">
                <a:solidFill>
                  <a:srgbClr val="ffffff"/>
                </a:solidFill>
                <a:effectLst/>
                <a:uFillTx/>
                <a:latin typeface="Segoe UI"/>
              </a:rPr>
              <a:t>Segoe UI, size 20pt for second level</a:t>
            </a:r>
            <a:endParaRPr b="0" lang="en-US" sz="2000" strike="noStrike" u="none">
              <a:solidFill>
                <a:schemeClr val="lt1"/>
              </a:solidFill>
              <a:effectLst/>
              <a:uFillTx/>
              <a:latin typeface="Segoe UI Semilight"/>
            </a:endParaRPr>
          </a:p>
          <a:p>
            <a:pPr marL="457200" indent="0" defTabSz="932760">
              <a:lnSpc>
                <a:spcPct val="100000"/>
              </a:lnSpc>
              <a:spcBef>
                <a:spcPts val="320"/>
              </a:spcBef>
              <a:buNone/>
              <a:tabLst>
                <a:tab algn="l" pos="0"/>
              </a:tabLst>
            </a:pPr>
            <a:r>
              <a:rPr b="0" lang="en-US" sz="1600" strike="noStrike" u="none">
                <a:solidFill>
                  <a:srgbClr val="ffffff"/>
                </a:solidFill>
                <a:effectLst/>
                <a:uFillTx/>
                <a:latin typeface="Segoe UI"/>
              </a:rPr>
              <a:t>Segoe UI, size 16pt for third level</a:t>
            </a:r>
            <a:endParaRPr b="0" lang="en-US" sz="1600" strike="noStrike" u="none">
              <a:solidFill>
                <a:schemeClr val="lt1"/>
              </a:solidFill>
              <a:effectLst/>
              <a:uFillTx/>
              <a:latin typeface="Segoe UI Semilight"/>
            </a:endParaRPr>
          </a:p>
        </p:txBody>
      </p:sp>
      <p:grpSp>
        <p:nvGrpSpPr>
          <p:cNvPr id="2558" name="Group 4"/>
          <p:cNvGrpSpPr/>
          <p:nvPr/>
        </p:nvGrpSpPr>
        <p:grpSpPr>
          <a:xfrm>
            <a:off x="6672240" y="588960"/>
            <a:ext cx="4931280" cy="5679720"/>
            <a:chOff x="6672240" y="588960"/>
            <a:chExt cx="4931280" cy="5679720"/>
          </a:xfrm>
        </p:grpSpPr>
        <p:pic>
          <p:nvPicPr>
            <p:cNvPr id="2559" name="Picture 3" descr="Screenshot of Decrease List level and Increase List Level menu"/>
            <p:cNvPicPr/>
            <p:nvPr/>
          </p:nvPicPr>
          <p:blipFill>
            <a:blip r:embed="rId1"/>
            <a:stretch/>
          </p:blipFill>
          <p:spPr>
            <a:xfrm>
              <a:off x="6972480" y="875520"/>
              <a:ext cx="4319280" cy="962640"/>
            </a:xfrm>
            <a:prstGeom prst="rect">
              <a:avLst/>
            </a:prstGeom>
            <a:noFill/>
            <a:ln w="0">
              <a:noFill/>
            </a:ln>
          </p:spPr>
        </p:pic>
        <p:sp>
          <p:nvSpPr>
            <p:cNvPr id="2560" name="Rectangle 3"/>
            <p:cNvSpPr/>
            <p:nvPr/>
          </p:nvSpPr>
          <p:spPr>
            <a:xfrm>
              <a:off x="6672240" y="588960"/>
              <a:ext cx="4931280" cy="5679720"/>
            </a:xfrm>
            <a:prstGeom prst="rect">
              <a:avLst/>
            </a:prstGeom>
            <a:solidFill>
              <a:schemeClr val="lt1">
                <a:alpha val="4000"/>
              </a:schemeClr>
            </a:solidFill>
            <a:ln>
              <a:noFill/>
            </a:ln>
          </p:spPr>
          <p:style>
            <a:lnRef idx="1">
              <a:schemeClr val="accent2"/>
            </a:lnRef>
            <a:fillRef idx="3">
              <a:schemeClr val="accent2"/>
            </a:fillRef>
            <a:effectRef idx="2">
              <a:schemeClr val="accent2"/>
            </a:effectRef>
            <a:fontRef idx="minor"/>
          </p:style>
          <p:txBody>
            <a:bodyPr numCol="1" spcCol="0" horzOverflow="overflow" lIns="182880" rIns="182880" tIns="146160" bIns="146160" anchor="t">
              <a:noAutofit/>
            </a:bodyPr>
            <a:p>
              <a:pPr algn="ctr" defTabSz="932400">
                <a:lnSpc>
                  <a:spcPct val="100000"/>
                </a:lnSpc>
              </a:pPr>
              <a:endParaRPr b="0" lang="en-US" sz="2400" strike="noStrike" u="none">
                <a:solidFill>
                  <a:srgbClr val="ffffff"/>
                </a:solidFill>
                <a:effectLst/>
                <a:uFillTx/>
                <a:latin typeface="Segoe UI"/>
                <a:ea typeface="Segoe UI"/>
              </a:endParaRPr>
            </a:p>
          </p:txBody>
        </p:sp>
        <p:sp>
          <p:nvSpPr>
            <p:cNvPr id="2561" name="Rectangle 6"/>
            <p:cNvSpPr/>
            <p:nvPr/>
          </p:nvSpPr>
          <p:spPr>
            <a:xfrm>
              <a:off x="6672240" y="1969920"/>
              <a:ext cx="4931280" cy="3545280"/>
            </a:xfrm>
            <a:prstGeom prst="rect">
              <a:avLst/>
            </a:prstGeom>
            <a:noFill/>
            <a:ln>
              <a:noFill/>
            </a:ln>
          </p:spPr>
          <p:style>
            <a:lnRef idx="1">
              <a:schemeClr val="accent2"/>
            </a:lnRef>
            <a:fillRef idx="3">
              <a:schemeClr val="accent2"/>
            </a:fillRef>
            <a:effectRef idx="2">
              <a:schemeClr val="accent2"/>
            </a:effectRef>
            <a:fontRef idx="minor"/>
          </p:style>
          <p:txBody>
            <a:bodyPr numCol="1" spcCol="0" horzOverflow="overflow" lIns="292680" rIns="292680" tIns="292680" bIns="292680" anchor="t">
              <a:spAutoFit/>
            </a:bodyPr>
            <a:p>
              <a:pPr defTabSz="932400">
                <a:lnSpc>
                  <a:spcPct val="100000"/>
                </a:lnSpc>
                <a:spcBef>
                  <a:spcPts val="1199"/>
                </a:spcBef>
                <a:spcAft>
                  <a:spcPts val="1199"/>
                </a:spcAft>
              </a:pPr>
              <a:r>
                <a:rPr b="0" lang="en-US" sz="1200" strike="noStrike" u="none">
                  <a:solidFill>
                    <a:schemeClr val="lt1"/>
                  </a:solidFill>
                  <a:effectLst/>
                  <a:uFillTx/>
                  <a:latin typeface="Segoe UI"/>
                  <a:ea typeface="Segoe UI"/>
                </a:rPr>
                <a:t>Use the “</a:t>
              </a:r>
              <a:r>
                <a:rPr b="1" lang="en-US" sz="1200" strike="noStrike" u="none">
                  <a:solidFill>
                    <a:schemeClr val="lt1"/>
                  </a:solidFill>
                  <a:effectLst/>
                  <a:uFillTx/>
                  <a:latin typeface="Segoe UI"/>
                  <a:ea typeface="Segoe UI"/>
                </a:rPr>
                <a:t>Decrease List Level</a:t>
              </a:r>
              <a:r>
                <a:rPr b="0" lang="en-US" sz="1200" strike="noStrike" u="none">
                  <a:solidFill>
                    <a:schemeClr val="lt1"/>
                  </a:solidFill>
                  <a:effectLst/>
                  <a:uFillTx/>
                  <a:latin typeface="Segoe UI"/>
                  <a:ea typeface="Segoe UI"/>
                </a:rPr>
                <a:t>” and “</a:t>
              </a:r>
              <a:r>
                <a:rPr b="1" lang="en-US" sz="1200" strike="noStrike" u="none">
                  <a:solidFill>
                    <a:schemeClr val="lt1"/>
                  </a:solidFill>
                  <a:effectLst/>
                  <a:uFillTx/>
                  <a:latin typeface="Segoe UI"/>
                  <a:ea typeface="Segoe UI"/>
                </a:rPr>
                <a:t>Increase List Level</a:t>
              </a:r>
              <a:r>
                <a:rPr b="0" lang="en-US" sz="1200" strike="noStrike" u="none">
                  <a:solidFill>
                    <a:schemeClr val="lt1"/>
                  </a:solidFill>
                  <a:effectLst/>
                  <a:uFillTx/>
                  <a:latin typeface="Segoe UI"/>
                  <a:ea typeface="Segoe UI"/>
                </a:rPr>
                <a:t>” tools </a:t>
              </a:r>
              <a:br>
                <a:rPr sz="1200"/>
              </a:br>
              <a:r>
                <a:rPr b="0" lang="en-US" sz="1200" strike="noStrike" u="none">
                  <a:solidFill>
                    <a:schemeClr val="lt1"/>
                  </a:solidFill>
                  <a:effectLst/>
                  <a:uFillTx/>
                  <a:latin typeface="Segoe UI"/>
                  <a:ea typeface="Segoe UI"/>
                </a:rPr>
                <a:t>on the </a:t>
              </a:r>
              <a:r>
                <a:rPr b="1" lang="en-US" sz="1200" strike="noStrike" u="none">
                  <a:solidFill>
                    <a:schemeClr val="lt1"/>
                  </a:solidFill>
                  <a:effectLst/>
                  <a:uFillTx/>
                  <a:latin typeface="Segoe UI"/>
                  <a:ea typeface="Segoe UI"/>
                </a:rPr>
                <a:t>Home</a:t>
              </a:r>
              <a:r>
                <a:rPr b="0" lang="en-US" sz="1200" strike="noStrike" u="none">
                  <a:solidFill>
                    <a:schemeClr val="lt1"/>
                  </a:solidFill>
                  <a:effectLst/>
                  <a:uFillTx/>
                  <a:latin typeface="Segoe UI"/>
                  <a:ea typeface="Segoe UI"/>
                </a:rPr>
                <a:t> menu to change text levels.</a:t>
              </a:r>
              <a:endParaRPr b="0" lang="en-US" sz="1200" strike="noStrike" u="none">
                <a:solidFill>
                  <a:srgbClr val="ffffff"/>
                </a:solidFill>
                <a:effectLst/>
                <a:uFillTx/>
                <a:latin typeface="Arial"/>
              </a:endParaRPr>
            </a:p>
            <a:p>
              <a:pPr defTabSz="932400">
                <a:lnSpc>
                  <a:spcPct val="100000"/>
                </a:lnSpc>
                <a:spcBef>
                  <a:spcPts val="1199"/>
                </a:spcBef>
              </a:pPr>
              <a:r>
                <a:rPr b="1" lang="en-US" sz="1200" strike="noStrike" u="none">
                  <a:solidFill>
                    <a:schemeClr val="lt1"/>
                  </a:solidFill>
                  <a:effectLst/>
                  <a:uFillTx/>
                  <a:latin typeface="Segoe UI"/>
                  <a:ea typeface="Segoe UI"/>
                </a:rPr>
                <a:t>Try this:  </a:t>
              </a:r>
              <a:endParaRPr b="0" lang="en-US" sz="1200" strike="noStrike" u="none">
                <a:solidFill>
                  <a:srgbClr val="ffffff"/>
                </a:solidFill>
                <a:effectLst/>
                <a:uFillTx/>
                <a:latin typeface="Arial"/>
              </a:endParaRPr>
            </a:p>
            <a:p>
              <a:pPr marL="294840" indent="-239760" defTabSz="932400">
                <a:lnSpc>
                  <a:spcPct val="100000"/>
                </a:lnSpc>
                <a:spcBef>
                  <a:spcPts val="1199"/>
                </a:spcBef>
                <a:buClr>
                  <a:srgbClr val="ffffff"/>
                </a:buClr>
                <a:buFont typeface="Segoe UI Semibold"/>
                <a:buAutoNum type="arabicPeriod"/>
              </a:pPr>
              <a:r>
                <a:rPr b="0" lang="en-US" sz="1200" strike="noStrike" u="none">
                  <a:solidFill>
                    <a:schemeClr val="lt1"/>
                  </a:solidFill>
                  <a:effectLst/>
                  <a:uFillTx/>
                  <a:latin typeface="Segoe UI"/>
                  <a:ea typeface="Segoe UI"/>
                </a:rPr>
                <a:t>Place your cursor in the line of text that says “Segoe UI, size 20pt for second level”</a:t>
              </a:r>
              <a:endParaRPr b="0" lang="en-US" sz="1200" strike="noStrike" u="none">
                <a:solidFill>
                  <a:srgbClr val="ffffff"/>
                </a:solidFill>
                <a:effectLst/>
                <a:uFillTx/>
                <a:latin typeface="Arial"/>
              </a:endParaRPr>
            </a:p>
            <a:p>
              <a:pPr marL="294840" indent="-239760" defTabSz="932400">
                <a:lnSpc>
                  <a:spcPct val="100000"/>
                </a:lnSpc>
                <a:spcBef>
                  <a:spcPts val="1199"/>
                </a:spcBef>
                <a:buClr>
                  <a:srgbClr val="ffffff"/>
                </a:buClr>
                <a:buFont typeface="Segoe UI Semibold"/>
                <a:buAutoNum type="arabicPeriod"/>
              </a:pPr>
              <a:r>
                <a:rPr b="0" lang="en-US" sz="1200" strike="noStrike" u="none">
                  <a:solidFill>
                    <a:schemeClr val="lt1"/>
                  </a:solidFill>
                  <a:effectLst/>
                  <a:uFillTx/>
                  <a:latin typeface="Segoe UI"/>
                  <a:ea typeface="Segoe UI"/>
                </a:rPr>
                <a:t>Next click the Home tab, and then on the “</a:t>
              </a:r>
              <a:r>
                <a:rPr b="1" lang="en-US" sz="1200" strike="noStrike" u="none">
                  <a:solidFill>
                    <a:schemeClr val="lt1"/>
                  </a:solidFill>
                  <a:effectLst/>
                  <a:uFillTx/>
                  <a:latin typeface="Segoe UI"/>
                  <a:ea typeface="Segoe UI"/>
                </a:rPr>
                <a:t>Decrease List level</a:t>
              </a:r>
              <a:r>
                <a:rPr b="0" lang="en-US" sz="1200" strike="noStrike" u="none">
                  <a:solidFill>
                    <a:schemeClr val="lt1"/>
                  </a:solidFill>
                  <a:effectLst/>
                  <a:uFillTx/>
                  <a:latin typeface="Segoe UI"/>
                  <a:ea typeface="Segoe UI"/>
                </a:rPr>
                <a:t>” tool. Notice how the line moves up one level.</a:t>
              </a:r>
              <a:endParaRPr b="0" lang="en-US" sz="1200" strike="noStrike" u="none">
                <a:solidFill>
                  <a:srgbClr val="ffffff"/>
                </a:solidFill>
                <a:effectLst/>
                <a:uFillTx/>
                <a:latin typeface="Arial"/>
              </a:endParaRPr>
            </a:p>
            <a:p>
              <a:pPr marL="294840" indent="-239760" defTabSz="932400">
                <a:lnSpc>
                  <a:spcPct val="100000"/>
                </a:lnSpc>
                <a:spcBef>
                  <a:spcPts val="1199"/>
                </a:spcBef>
                <a:buClr>
                  <a:srgbClr val="ffffff"/>
                </a:buClr>
                <a:buFont typeface="Segoe UI Semibold"/>
                <a:buAutoNum type="arabicPeriod"/>
              </a:pPr>
              <a:r>
                <a:rPr b="0" lang="en-US" sz="1200" strike="noStrike" u="none">
                  <a:solidFill>
                    <a:schemeClr val="lt1"/>
                  </a:solidFill>
                  <a:effectLst/>
                  <a:uFillTx/>
                  <a:latin typeface="Segoe UI"/>
                  <a:ea typeface="Segoe UI"/>
                </a:rPr>
                <a:t>Now try placing your cursor in one of the top  “Main topic…” line of text. Click the “</a:t>
              </a:r>
              <a:r>
                <a:rPr b="1" lang="en-US" sz="1200" strike="noStrike" u="none">
                  <a:solidFill>
                    <a:schemeClr val="lt1"/>
                  </a:solidFill>
                  <a:effectLst/>
                  <a:uFillTx/>
                  <a:latin typeface="Segoe UI"/>
                  <a:ea typeface="Segoe UI"/>
                </a:rPr>
                <a:t>Increase List Level</a:t>
              </a:r>
              <a:r>
                <a:rPr b="0" lang="en-US" sz="1200" strike="noStrike" u="none">
                  <a:solidFill>
                    <a:schemeClr val="lt1"/>
                  </a:solidFill>
                  <a:effectLst/>
                  <a:uFillTx/>
                  <a:latin typeface="Segoe UI"/>
                  <a:ea typeface="Segoe UI"/>
                </a:rPr>
                <a:t>” tool and see how the text is pushed in one level.</a:t>
              </a:r>
              <a:endParaRPr b="0" lang="en-US" sz="1200" strike="noStrike" u="none">
                <a:solidFill>
                  <a:srgbClr val="ffffff"/>
                </a:solidFill>
                <a:effectLst/>
                <a:uFillTx/>
                <a:latin typeface="Arial"/>
              </a:endParaRPr>
            </a:p>
            <a:p>
              <a:pPr defTabSz="932400">
                <a:lnSpc>
                  <a:spcPct val="100000"/>
                </a:lnSpc>
                <a:spcBef>
                  <a:spcPts val="1199"/>
                </a:spcBef>
              </a:pPr>
              <a:r>
                <a:rPr b="0" lang="en-US" sz="1200" strike="noStrike" u="none">
                  <a:solidFill>
                    <a:schemeClr val="lt1"/>
                  </a:solidFill>
                  <a:effectLst/>
                  <a:uFillTx/>
                  <a:latin typeface="Segoe UI"/>
                  <a:ea typeface="Segoe UI"/>
                </a:rPr>
                <a:t>Use these 2 tools to adjust your text levels as you work</a:t>
              </a:r>
              <a:endParaRPr b="0" lang="en-US" sz="1200" strike="noStrike" u="none">
                <a:solidFill>
                  <a:srgbClr val="ffffff"/>
                </a:solidFill>
                <a:effectLst/>
                <a:uFillTx/>
                <a:latin typeface="Arial"/>
              </a:endParaRPr>
            </a:p>
          </p:txBody>
        </p:sp>
      </p:grpSp>
    </p:spTree>
  </p:cSld>
  <p:transition>
    <p:fade/>
  </p:transition>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2" name="PlaceHolder 1"/>
          <p:cNvSpPr>
            <a:spLocks noGrp="1"/>
          </p:cNvSpPr>
          <p:nvPr>
            <p:ph type="title"/>
          </p:nvPr>
        </p:nvSpPr>
        <p:spPr>
          <a:xfrm>
            <a:off x="588240" y="457200"/>
            <a:ext cx="11018160" cy="8614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Bullet points layout with subtitle</a:t>
            </a:r>
            <a:br>
              <a:rPr sz="3600"/>
            </a:br>
            <a:r>
              <a:rPr b="0" lang="en-US" sz="2000" strike="noStrike" u="none">
                <a:solidFill>
                  <a:srgbClr val="ffffff"/>
                </a:solidFill>
                <a:effectLst/>
                <a:uFillTx/>
                <a:latin typeface="Segoe UI Semibold"/>
              </a:rPr>
              <a:t>Set the subtitle to 20pt in the same text block, with character spacing Normal</a:t>
            </a:r>
            <a:endParaRPr b="0" lang="en-US" sz="2000" strike="noStrike" u="none">
              <a:solidFill>
                <a:schemeClr val="lt1"/>
              </a:solidFill>
              <a:effectLst/>
              <a:uFillTx/>
              <a:latin typeface="Segoe UI"/>
            </a:endParaRPr>
          </a:p>
        </p:txBody>
      </p:sp>
      <p:sp>
        <p:nvSpPr>
          <p:cNvPr id="2563" name="PlaceHolder 2"/>
          <p:cNvSpPr>
            <a:spLocks noGrp="1"/>
          </p:cNvSpPr>
          <p:nvPr>
            <p:ph/>
          </p:nvPr>
        </p:nvSpPr>
        <p:spPr>
          <a:xfrm>
            <a:off x="590760" y="2023560"/>
            <a:ext cx="11018160" cy="230796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Move the text block down vertically to align to lower guide</a:t>
            </a:r>
            <a:endParaRPr b="0" lang="en-US" sz="2800" strike="noStrike" u="none">
              <a:solidFill>
                <a:schemeClr val="lt1"/>
              </a:solidFill>
              <a:effectLst/>
              <a:uFillTx/>
              <a:latin typeface="Segoe UI Semilight"/>
            </a:endParaRPr>
          </a:p>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If you don’t see guidelines, click on the View menu, </a:t>
            </a:r>
            <a:br>
              <a:rPr sz="2800"/>
            </a:br>
            <a:r>
              <a:rPr b="0" lang="en-US" sz="2800" strike="noStrike" u="none">
                <a:solidFill>
                  <a:srgbClr val="ffffff"/>
                </a:solidFill>
                <a:effectLst/>
                <a:uFillTx/>
                <a:latin typeface="Segoe UI Semilight"/>
              </a:rPr>
              <a:t>and then check the box in front of “Guides”</a:t>
            </a:r>
            <a:endParaRPr b="0" lang="en-US" sz="2800" strike="noStrike" u="none">
              <a:solidFill>
                <a:schemeClr val="lt1"/>
              </a:solidFill>
              <a:effectLst/>
              <a:uFillTx/>
              <a:latin typeface="Segoe UI Semilight"/>
            </a:endParaRPr>
          </a:p>
          <a:p>
            <a:pPr indent="0" defTabSz="932760">
              <a:lnSpc>
                <a:spcPct val="100000"/>
              </a:lnSpc>
              <a:spcBef>
                <a:spcPts val="561"/>
              </a:spcBef>
              <a:buNone/>
              <a:tabLst>
                <a:tab algn="l" pos="0"/>
              </a:tabLst>
            </a:pPr>
            <a:endParaRPr b="0" lang="en-US" sz="2800" strike="noStrike" u="none">
              <a:solidFill>
                <a:schemeClr val="lt1"/>
              </a:solidFill>
              <a:effectLst/>
              <a:uFillTx/>
              <a:latin typeface="Segoe UI Semilight"/>
            </a:endParaRPr>
          </a:p>
          <a:p>
            <a:pPr indent="0" defTabSz="932760">
              <a:lnSpc>
                <a:spcPct val="100000"/>
              </a:lnSpc>
              <a:spcBef>
                <a:spcPts val="561"/>
              </a:spcBef>
              <a:buNone/>
              <a:tabLst>
                <a:tab algn="l" pos="0"/>
              </a:tabLst>
            </a:pPr>
            <a:r>
              <a:rPr b="0" lang="en-US" sz="2800" strike="noStrike" u="none">
                <a:solidFill>
                  <a:srgbClr val="ffffff"/>
                </a:solidFill>
                <a:effectLst/>
                <a:uFillTx/>
                <a:latin typeface="Segoe UI Semilight"/>
              </a:rPr>
              <a:t>Hyperlink style: </a:t>
            </a:r>
            <a:r>
              <a:rPr b="0" lang="en-US" sz="2800" strike="noStrike" u="sng">
                <a:solidFill>
                  <a:srgbClr val="0078d4"/>
                </a:solidFill>
                <a:effectLst/>
                <a:uFillTx/>
                <a:latin typeface="Segoe UI Semilight"/>
                <a:hlinkClick r:id="rId1"/>
              </a:rPr>
              <a:t>www.microsoft.com</a:t>
            </a:r>
            <a:r>
              <a:rPr b="0" lang="en-US" sz="2800" strike="noStrike" u="none">
                <a:solidFill>
                  <a:srgbClr val="ffffff"/>
                </a:solidFill>
                <a:effectLst/>
                <a:uFillTx/>
                <a:latin typeface="Segoe UI Semilight"/>
              </a:rPr>
              <a:t> </a:t>
            </a:r>
            <a:endParaRPr b="0" lang="en-US" sz="2800" strike="noStrike" u="none">
              <a:solidFill>
                <a:schemeClr val="lt1"/>
              </a:solidFill>
              <a:effectLst/>
              <a:uFillTx/>
              <a:latin typeface="Segoe UI Semilight"/>
            </a:endParaRPr>
          </a:p>
        </p:txBody>
      </p:sp>
      <p:sp>
        <p:nvSpPr>
          <p:cNvPr id="2564" name="Freeform: Shape 5"/>
          <p:cNvSpPr/>
          <p:nvPr/>
        </p:nvSpPr>
        <p:spPr>
          <a:xfrm>
            <a:off x="9658440" y="2034000"/>
            <a:ext cx="341280" cy="263160"/>
          </a:xfrm>
          <a:custGeom>
            <a:avLst/>
            <a:gdLst>
              <a:gd name="textAreaLeft" fmla="*/ 0 w 341280"/>
              <a:gd name="textAreaRight" fmla="*/ 341640 w 341280"/>
              <a:gd name="textAreaTop" fmla="*/ 0 h 263160"/>
              <a:gd name="textAreaBottom" fmla="*/ 263520 h 263160"/>
              <a:gd name="GluePoint1X" fmla="*/ 0 w 822960"/>
              <a:gd name="GluePoint1Y" fmla="*/ 205740 h 205740"/>
              <a:gd name="GluePoint2X" fmla="*/ 822960 w 822960"/>
              <a:gd name="GluePoint2Y" fmla="*/ 205740 h 205740"/>
              <a:gd name="GluePoint3X" fmla="*/ 822960 w 822960"/>
              <a:gd name="GluePoint3Y" fmla="*/ 0 h 205740"/>
            </a:gdLst>
            <a:ahLst/>
            <a:cxnLst>
              <a:cxn ang="0">
                <a:pos x="GluePoint1X" y="GluePoint1Y"/>
              </a:cxn>
              <a:cxn ang="0">
                <a:pos x="GluePoint2X" y="GluePoint2Y"/>
              </a:cxn>
              <a:cxn ang="0">
                <a:pos x="GluePoint3X" y="GluePoint3Y"/>
              </a:cxn>
            </a:cxnLst>
            <a:rect l="textAreaLeft" t="textAreaTop" r="textAreaRight" b="textAreaBottom"/>
            <a:pathLst>
              <a:path w="822960" h="205740">
                <a:moveTo>
                  <a:pt x="0" y="205740"/>
                </a:moveTo>
                <a:lnTo>
                  <a:pt x="822960" y="205740"/>
                </a:lnTo>
                <a:lnTo>
                  <a:pt x="822960" y="0"/>
                </a:lnTo>
              </a:path>
            </a:pathLst>
          </a:custGeom>
          <a:noFill/>
          <a:ln>
            <a:solidFill>
              <a:srgbClr val="ffffff"/>
            </a:solidFill>
            <a:round/>
            <a:tailEnd len="med" type="arrow" w="lg"/>
          </a:ln>
        </p:spPr>
        <p:style>
          <a:lnRef idx="1">
            <a:schemeClr val="accent2"/>
          </a:lnRef>
          <a:fillRef idx="3">
            <a:schemeClr val="accent2"/>
          </a:fillRef>
          <a:effectRef idx="2">
            <a:schemeClr val="accent2"/>
          </a:effectRef>
          <a:fontRef idx="minor"/>
        </p:style>
        <p:txBody>
          <a:bodyPr lIns="90000" rIns="90000" tIns="45000" bIns="45000" anchor="ctr">
            <a:noAutofit/>
          </a:bodyPr>
          <a:p>
            <a:pPr algn="ctr" defTabSz="914400">
              <a:lnSpc>
                <a:spcPct val="100000"/>
              </a:lnSpc>
            </a:pPr>
            <a:endParaRPr b="0" lang="en-US" sz="1770" strike="noStrike" u="none">
              <a:solidFill>
                <a:schemeClr val="lt1"/>
              </a:solidFill>
              <a:effectLst/>
              <a:uFillTx/>
              <a:latin typeface="Segoe UI"/>
            </a:endParaRPr>
          </a:p>
        </p:txBody>
      </p:sp>
    </p:spTree>
  </p:cSld>
  <mc:AlternateContent>
    <mc:Choice Requires="p14">
      <p:transition spd="med" p14:dur="7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5" name="PlaceHolder 1"/>
          <p:cNvSpPr>
            <a:spLocks noGrp="1"/>
          </p:cNvSpPr>
          <p:nvPr>
            <p:ph type="title"/>
          </p:nvPr>
        </p:nvSpPr>
        <p:spPr>
          <a:xfrm>
            <a:off x="584280" y="457200"/>
            <a:ext cx="5508000" cy="371880"/>
          </a:xfrm>
          <a:prstGeom prst="rect">
            <a:avLst/>
          </a:prstGeom>
          <a:noFill/>
          <a:ln w="0">
            <a:noFill/>
          </a:ln>
        </p:spPr>
        <p:txBody>
          <a:bodyPr lIns="0" rIns="0" tIns="64080" bIns="0" anchor="t">
            <a:noAutofit/>
          </a:bodyPr>
          <a:p>
            <a:pPr indent="0" defTabSz="932760">
              <a:lnSpc>
                <a:spcPct val="100000"/>
              </a:lnSpc>
              <a:buNone/>
            </a:pPr>
            <a:r>
              <a:rPr b="0" lang="en-US" sz="2000" strike="noStrike" u="none">
                <a:solidFill>
                  <a:srgbClr val="ffffff"/>
                </a:solidFill>
                <a:effectLst/>
                <a:uFillTx/>
                <a:latin typeface="Segoe UI Semibold"/>
              </a:rPr>
              <a:t>Slide palette info</a:t>
            </a:r>
            <a:endParaRPr b="0" lang="en-US" sz="2000" strike="noStrike" u="none">
              <a:solidFill>
                <a:schemeClr val="lt1"/>
              </a:solidFill>
              <a:effectLst/>
              <a:uFillTx/>
              <a:latin typeface="Segoe UI"/>
            </a:endParaRPr>
          </a:p>
        </p:txBody>
      </p:sp>
      <p:sp>
        <p:nvSpPr>
          <p:cNvPr id="2566" name="Text Placeholder 2"/>
          <p:cNvSpPr/>
          <p:nvPr/>
        </p:nvSpPr>
        <p:spPr>
          <a:xfrm>
            <a:off x="585360" y="1436760"/>
            <a:ext cx="9961920" cy="369000"/>
          </a:xfrm>
          <a:prstGeom prst="rect">
            <a:avLst/>
          </a:prstGeom>
          <a:noFill/>
          <a:ln w="0">
            <a:noFill/>
          </a:ln>
        </p:spPr>
        <p:style>
          <a:lnRef idx="0"/>
          <a:fillRef idx="0"/>
          <a:effectRef idx="0"/>
          <a:fontRef idx="minor"/>
        </p:style>
        <p:txBody>
          <a:bodyPr lIns="0" rIns="0" tIns="0" bIns="0" anchor="t">
            <a:spAutoFit/>
          </a:bodyPr>
          <a:p>
            <a:pPr defTabSz="914400">
              <a:lnSpc>
                <a:spcPct val="100000"/>
              </a:lnSpc>
              <a:tabLst>
                <a:tab algn="l" pos="0"/>
              </a:tabLst>
            </a:pPr>
            <a:r>
              <a:rPr b="0" lang="en-US" sz="1200" spc="20" strike="noStrike" u="none">
                <a:solidFill>
                  <a:schemeClr val="lt1"/>
                </a:solidFill>
                <a:effectLst/>
                <a:uFillTx/>
                <a:latin typeface="Segoe UI"/>
              </a:rPr>
              <a:t>The PowerPoint palette for this template has been built for you and is shown below. </a:t>
            </a:r>
            <a:endParaRPr b="0" lang="en-US" sz="1200" strike="noStrike" u="none">
              <a:solidFill>
                <a:srgbClr val="ffffff"/>
              </a:solidFill>
              <a:effectLst/>
              <a:uFillTx/>
              <a:latin typeface="Arial"/>
            </a:endParaRPr>
          </a:p>
          <a:p>
            <a:pPr defTabSz="914400">
              <a:lnSpc>
                <a:spcPct val="100000"/>
              </a:lnSpc>
              <a:tabLst>
                <a:tab algn="l" pos="0"/>
              </a:tabLst>
            </a:pPr>
            <a:r>
              <a:rPr b="0" lang="en-US" sz="1200" spc="20" strike="noStrike" u="none">
                <a:solidFill>
                  <a:schemeClr val="lt1"/>
                </a:solidFill>
                <a:effectLst/>
                <a:uFillTx/>
                <a:latin typeface="Segoe UI"/>
              </a:rPr>
              <a:t>Avoid using too many colors in your presentation. </a:t>
            </a:r>
            <a:endParaRPr b="0" lang="en-US" sz="1200" strike="noStrike" u="none">
              <a:solidFill>
                <a:srgbClr val="ffffff"/>
              </a:solidFill>
              <a:effectLst/>
              <a:uFillTx/>
              <a:latin typeface="Arial"/>
            </a:endParaRPr>
          </a:p>
        </p:txBody>
      </p:sp>
      <p:sp>
        <p:nvSpPr>
          <p:cNvPr id="2567" name="TextBox 36"/>
          <p:cNvSpPr/>
          <p:nvPr/>
        </p:nvSpPr>
        <p:spPr>
          <a:xfrm>
            <a:off x="585360" y="2331360"/>
            <a:ext cx="6287040" cy="24588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pPr>
            <a:r>
              <a:rPr b="1" lang="en-US" sz="1600" strike="noStrike" u="none">
                <a:solidFill>
                  <a:schemeClr val="lt1"/>
                </a:solidFill>
                <a:effectLst/>
                <a:uFillTx/>
                <a:latin typeface="Segoe UI"/>
              </a:rPr>
              <a:t>PowerPoint Theme Accent colors</a:t>
            </a:r>
            <a:endParaRPr b="0" lang="en-US" sz="1600" strike="noStrike" u="none">
              <a:solidFill>
                <a:srgbClr val="ffffff"/>
              </a:solidFill>
              <a:effectLst/>
              <a:uFillTx/>
              <a:latin typeface="Arial"/>
            </a:endParaRPr>
          </a:p>
        </p:txBody>
      </p:sp>
      <p:grpSp>
        <p:nvGrpSpPr>
          <p:cNvPr id="2568" name="Group 2"/>
          <p:cNvGrpSpPr/>
          <p:nvPr/>
        </p:nvGrpSpPr>
        <p:grpSpPr>
          <a:xfrm>
            <a:off x="585360" y="2810160"/>
            <a:ext cx="7588800" cy="1688400"/>
            <a:chOff x="585360" y="2810160"/>
            <a:chExt cx="7588800" cy="1688400"/>
          </a:xfrm>
        </p:grpSpPr>
        <p:sp>
          <p:nvSpPr>
            <p:cNvPr id="2569" name="Text Placeholder 2"/>
            <p:cNvSpPr/>
            <p:nvPr/>
          </p:nvSpPr>
          <p:spPr>
            <a:xfrm>
              <a:off x="585360" y="4129560"/>
              <a:ext cx="2292480" cy="369000"/>
            </a:xfrm>
            <a:prstGeom prst="rect">
              <a:avLst/>
            </a:prstGeom>
            <a:noFill/>
            <a:ln w="0">
              <a:noFill/>
            </a:ln>
          </p:spPr>
          <p:style>
            <a:lnRef idx="0"/>
            <a:fillRef idx="0"/>
            <a:effectRef idx="0"/>
            <a:fontRef idx="minor"/>
          </p:style>
          <p:txBody>
            <a:bodyPr lIns="0" rIns="0" tIns="0" bIns="0" anchor="t">
              <a:spAutoFit/>
            </a:bodyPr>
            <a:p>
              <a:pPr defTabSz="914400">
                <a:lnSpc>
                  <a:spcPct val="100000"/>
                </a:lnSpc>
                <a:spcBef>
                  <a:spcPts val="601"/>
                </a:spcBef>
                <a:tabLst>
                  <a:tab algn="l" pos="0"/>
                </a:tabLst>
              </a:pPr>
              <a:r>
                <a:rPr b="0" lang="en-US" sz="1200" strike="noStrike" u="none">
                  <a:solidFill>
                    <a:schemeClr val="lt1"/>
                  </a:solidFill>
                  <a:effectLst/>
                  <a:uFillTx/>
                  <a:latin typeface="Segoe UI"/>
                </a:rPr>
                <a:t>Use </a:t>
              </a:r>
              <a:r>
                <a:rPr b="1" lang="en-US" sz="1200" strike="noStrike" u="none">
                  <a:solidFill>
                    <a:schemeClr val="lt1"/>
                  </a:solidFill>
                  <a:effectLst/>
                  <a:uFillTx/>
                  <a:latin typeface="Segoe UI"/>
                </a:rPr>
                <a:t>Accent 1</a:t>
              </a:r>
              <a:r>
                <a:rPr b="0" lang="en-US" sz="1200" strike="noStrike" u="none">
                  <a:solidFill>
                    <a:schemeClr val="lt1"/>
                  </a:solidFill>
                  <a:effectLst/>
                  <a:uFillTx/>
                  <a:latin typeface="Segoe UI"/>
                </a:rPr>
                <a:t>  and </a:t>
              </a:r>
              <a:r>
                <a:rPr b="1" lang="en-US" sz="1200" strike="noStrike" u="none">
                  <a:solidFill>
                    <a:schemeClr val="lt1"/>
                  </a:solidFill>
                  <a:effectLst/>
                  <a:uFillTx/>
                  <a:latin typeface="Segoe UI Semibold"/>
                </a:rPr>
                <a:t>Accent 2</a:t>
              </a:r>
              <a:r>
                <a:rPr b="0" lang="en-US" sz="1200" strike="noStrike" u="none">
                  <a:solidFill>
                    <a:schemeClr val="lt1"/>
                  </a:solidFill>
                  <a:effectLst/>
                  <a:uFillTx/>
                  <a:latin typeface="Segoe UI Semibold"/>
                </a:rPr>
                <a:t> </a:t>
              </a:r>
              <a:r>
                <a:rPr b="0" lang="en-US" sz="1200" strike="noStrike" u="none">
                  <a:solidFill>
                    <a:schemeClr val="lt1"/>
                  </a:solidFill>
                  <a:effectLst/>
                  <a:uFillTx/>
                  <a:latin typeface="Segoe UI"/>
                </a:rPr>
                <a:t>as the main accent colors. </a:t>
              </a:r>
              <a:endParaRPr b="0" lang="en-US" sz="1200" strike="noStrike" u="none">
                <a:solidFill>
                  <a:srgbClr val="ffffff"/>
                </a:solidFill>
                <a:effectLst/>
                <a:uFillTx/>
                <a:latin typeface="Arial"/>
              </a:endParaRPr>
            </a:p>
          </p:txBody>
        </p:sp>
        <p:sp>
          <p:nvSpPr>
            <p:cNvPr id="2570" name="Rectangle 32"/>
            <p:cNvSpPr/>
            <p:nvPr/>
          </p:nvSpPr>
          <p:spPr>
            <a:xfrm>
              <a:off x="585360" y="2810160"/>
              <a:ext cx="1101240" cy="1100880"/>
            </a:xfrm>
            <a:prstGeom prst="rect">
              <a:avLst/>
            </a:prstGeom>
            <a:solidFill>
              <a:srgbClr val="0078d4"/>
            </a:solidFill>
            <a:ln>
              <a:noFill/>
            </a:ln>
          </p:spPr>
          <p:style>
            <a:lnRef idx="2">
              <a:schemeClr val="accent1">
                <a:shade val="50000"/>
              </a:schemeClr>
            </a:lnRef>
            <a:fillRef idx="1">
              <a:schemeClr val="accent1"/>
            </a:fillRef>
            <a:effectRef idx="0">
              <a:schemeClr val="accent1"/>
            </a:effectRef>
            <a:fontRef idx="minor"/>
          </p:style>
          <p:txBody>
            <a:bodyPr numCol="1" spcCol="0" lIns="0" rIns="0" tIns="46800" bIns="46800" anchor="ctr">
              <a:noAutofit/>
            </a:bodyPr>
            <a:p>
              <a:pPr algn="ctr" defTabSz="932400">
                <a:lnSpc>
                  <a:spcPct val="100000"/>
                </a:lnSpc>
              </a:pPr>
              <a:r>
                <a:rPr b="0" lang="en-US" sz="1600" strike="noStrike" u="none">
                  <a:solidFill>
                    <a:srgbClr val="ffffff"/>
                  </a:solidFill>
                  <a:effectLst/>
                  <a:uFillTx/>
                  <a:latin typeface="Segoe UI"/>
                </a:rPr>
                <a:t>Accent 1</a:t>
              </a:r>
              <a:endParaRPr b="0" lang="en-US" sz="1600" strike="noStrike" u="none">
                <a:solidFill>
                  <a:srgbClr val="ffffff"/>
                </a:solidFill>
                <a:effectLst/>
                <a:uFillTx/>
                <a:latin typeface="Arial"/>
              </a:endParaRPr>
            </a:p>
          </p:txBody>
        </p:sp>
        <p:sp>
          <p:nvSpPr>
            <p:cNvPr id="2571" name="Rectangle 31"/>
            <p:cNvSpPr/>
            <p:nvPr/>
          </p:nvSpPr>
          <p:spPr>
            <a:xfrm>
              <a:off x="1776600" y="2810160"/>
              <a:ext cx="1101240" cy="1100880"/>
            </a:xfrm>
            <a:prstGeom prst="rect">
              <a:avLst/>
            </a:prstGeom>
            <a:solidFill>
              <a:srgbClr val="5c2d91"/>
            </a:solidFill>
            <a:ln>
              <a:noFill/>
            </a:ln>
          </p:spPr>
          <p:style>
            <a:lnRef idx="2">
              <a:schemeClr val="accent2">
                <a:shade val="50000"/>
              </a:schemeClr>
            </a:lnRef>
            <a:fillRef idx="1">
              <a:schemeClr val="accent2"/>
            </a:fillRef>
            <a:effectRef idx="0">
              <a:schemeClr val="accent2"/>
            </a:effectRef>
            <a:fontRef idx="minor"/>
          </p:style>
          <p:txBody>
            <a:bodyPr numCol="1" spcCol="0" lIns="0" rIns="0" tIns="46800" bIns="46800" anchor="ctr">
              <a:noAutofit/>
            </a:bodyPr>
            <a:p>
              <a:pPr algn="ctr" defTabSz="932400">
                <a:lnSpc>
                  <a:spcPct val="100000"/>
                </a:lnSpc>
              </a:pPr>
              <a:r>
                <a:rPr b="0" lang="en-US" sz="1600" strike="noStrike" u="none">
                  <a:solidFill>
                    <a:srgbClr val="ffffff"/>
                  </a:solidFill>
                  <a:effectLst/>
                  <a:uFillTx/>
                  <a:latin typeface="Segoe UI"/>
                </a:rPr>
                <a:t>Accent 2</a:t>
              </a:r>
              <a:endParaRPr b="0" lang="en-US" sz="1600" strike="noStrike" u="none">
                <a:solidFill>
                  <a:srgbClr val="ffffff"/>
                </a:solidFill>
                <a:effectLst/>
                <a:uFillTx/>
                <a:latin typeface="Arial"/>
              </a:endParaRPr>
            </a:p>
          </p:txBody>
        </p:sp>
        <p:sp>
          <p:nvSpPr>
            <p:cNvPr id="2572" name="Rectangle 30"/>
            <p:cNvSpPr/>
            <p:nvPr/>
          </p:nvSpPr>
          <p:spPr>
            <a:xfrm>
              <a:off x="2968200" y="2810160"/>
              <a:ext cx="1101240" cy="1100880"/>
            </a:xfrm>
            <a:prstGeom prst="rect">
              <a:avLst/>
            </a:prstGeom>
            <a:solidFill>
              <a:schemeClr val="accent3"/>
            </a:solidFill>
            <a:ln>
              <a:noFill/>
            </a:ln>
          </p:spPr>
          <p:style>
            <a:lnRef idx="2">
              <a:schemeClr val="accent3">
                <a:shade val="50000"/>
              </a:schemeClr>
            </a:lnRef>
            <a:fillRef idx="1">
              <a:schemeClr val="accent3"/>
            </a:fillRef>
            <a:effectRef idx="0">
              <a:schemeClr val="accent3"/>
            </a:effectRef>
            <a:fontRef idx="minor"/>
          </p:style>
          <p:txBody>
            <a:bodyPr numCol="1" spcCol="0" lIns="0" rIns="0" tIns="46800" bIns="46800" anchor="ctr">
              <a:noAutofit/>
            </a:bodyPr>
            <a:p>
              <a:pPr algn="ctr" defTabSz="932400">
                <a:lnSpc>
                  <a:spcPct val="100000"/>
                </a:lnSpc>
              </a:pPr>
              <a:r>
                <a:rPr b="0" lang="en-US" sz="1600" strike="noStrike" u="none">
                  <a:solidFill>
                    <a:schemeClr val="dk1"/>
                  </a:solidFill>
                  <a:effectLst/>
                  <a:uFillTx/>
                  <a:latin typeface="Segoe UI"/>
                </a:rPr>
                <a:t>Accent 3</a:t>
              </a:r>
              <a:endParaRPr b="0" lang="en-US" sz="1600" strike="noStrike" u="none">
                <a:solidFill>
                  <a:srgbClr val="000000"/>
                </a:solidFill>
                <a:effectLst/>
                <a:uFillTx/>
                <a:latin typeface="Arial"/>
              </a:endParaRPr>
            </a:p>
          </p:txBody>
        </p:sp>
        <p:sp>
          <p:nvSpPr>
            <p:cNvPr id="2573" name="Text Placeholder 2"/>
            <p:cNvSpPr/>
            <p:nvPr/>
          </p:nvSpPr>
          <p:spPr>
            <a:xfrm>
              <a:off x="5398200" y="4129560"/>
              <a:ext cx="2775960" cy="184320"/>
            </a:xfrm>
            <a:prstGeom prst="rect">
              <a:avLst/>
            </a:prstGeom>
            <a:noFill/>
            <a:ln w="0">
              <a:noFill/>
            </a:ln>
          </p:spPr>
          <p:style>
            <a:lnRef idx="0"/>
            <a:fillRef idx="0"/>
            <a:effectRef idx="0"/>
            <a:fontRef idx="minor"/>
          </p:style>
          <p:txBody>
            <a:bodyPr lIns="0" rIns="0" tIns="0" bIns="0" anchor="t">
              <a:spAutoFit/>
            </a:bodyPr>
            <a:p>
              <a:pPr defTabSz="914400">
                <a:lnSpc>
                  <a:spcPct val="100000"/>
                </a:lnSpc>
                <a:spcBef>
                  <a:spcPts val="2401"/>
                </a:spcBef>
                <a:tabLst>
                  <a:tab algn="l" pos="0"/>
                </a:tabLst>
              </a:pPr>
              <a:r>
                <a:rPr b="0" lang="en-US" sz="1200" strike="noStrike" u="none">
                  <a:solidFill>
                    <a:schemeClr val="lt1"/>
                  </a:solidFill>
                  <a:effectLst/>
                  <a:uFillTx/>
                  <a:latin typeface="Segoe UI"/>
                </a:rPr>
                <a:t>Use </a:t>
              </a:r>
              <a:r>
                <a:rPr b="1" lang="en-US" sz="1200" strike="noStrike" u="none">
                  <a:solidFill>
                    <a:schemeClr val="lt1"/>
                  </a:solidFill>
                  <a:effectLst/>
                  <a:uFillTx/>
                  <a:latin typeface="Segoe UI"/>
                </a:rPr>
                <a:t>Accents 5-6 </a:t>
              </a:r>
              <a:r>
                <a:rPr b="0" lang="en-US" sz="1200" strike="noStrike" u="none">
                  <a:solidFill>
                    <a:schemeClr val="lt1"/>
                  </a:solidFill>
                  <a:effectLst/>
                  <a:uFillTx/>
                  <a:latin typeface="Segoe UI"/>
                </a:rPr>
                <a:t>sparingly</a:t>
              </a:r>
              <a:endParaRPr b="0" lang="en-US" sz="1200" strike="noStrike" u="none">
                <a:solidFill>
                  <a:srgbClr val="ffffff"/>
                </a:solidFill>
                <a:effectLst/>
                <a:uFillTx/>
                <a:latin typeface="Arial"/>
              </a:endParaRPr>
            </a:p>
          </p:txBody>
        </p:sp>
        <p:sp>
          <p:nvSpPr>
            <p:cNvPr id="2574" name="Rectangle 35"/>
            <p:cNvSpPr/>
            <p:nvPr/>
          </p:nvSpPr>
          <p:spPr>
            <a:xfrm>
              <a:off x="4159440" y="2810160"/>
              <a:ext cx="1101240" cy="1100880"/>
            </a:xfrm>
            <a:prstGeom prst="rect">
              <a:avLst/>
            </a:prstGeom>
            <a:solidFill>
              <a:srgbClr val="d59dff"/>
            </a:solidFill>
            <a:ln>
              <a:noFill/>
            </a:ln>
          </p:spPr>
          <p:style>
            <a:lnRef idx="2">
              <a:schemeClr val="accent4">
                <a:shade val="50000"/>
              </a:schemeClr>
            </a:lnRef>
            <a:fillRef idx="1">
              <a:schemeClr val="accent4"/>
            </a:fillRef>
            <a:effectRef idx="0">
              <a:schemeClr val="accent4"/>
            </a:effectRef>
            <a:fontRef idx="minor"/>
          </p:style>
          <p:txBody>
            <a:bodyPr numCol="1" spcCol="0" lIns="0" rIns="0" tIns="46800" bIns="46800" anchor="ctr">
              <a:noAutofit/>
            </a:bodyPr>
            <a:p>
              <a:pPr algn="ctr" defTabSz="932400">
                <a:lnSpc>
                  <a:spcPct val="100000"/>
                </a:lnSpc>
              </a:pPr>
              <a:r>
                <a:rPr b="0" lang="en-US" sz="1600" strike="noStrike" u="none">
                  <a:solidFill>
                    <a:schemeClr val="dk1"/>
                  </a:solidFill>
                  <a:effectLst/>
                  <a:uFillTx/>
                  <a:latin typeface="Segoe UI"/>
                </a:rPr>
                <a:t>Accent 4</a:t>
              </a:r>
              <a:endParaRPr b="0" lang="en-US" sz="1600" strike="noStrike" u="none">
                <a:solidFill>
                  <a:srgbClr val="000000"/>
                </a:solidFill>
                <a:effectLst/>
                <a:uFillTx/>
                <a:latin typeface="Arial"/>
              </a:endParaRPr>
            </a:p>
          </p:txBody>
        </p:sp>
        <p:sp>
          <p:nvSpPr>
            <p:cNvPr id="2575" name="Rectangle 34"/>
            <p:cNvSpPr/>
            <p:nvPr/>
          </p:nvSpPr>
          <p:spPr>
            <a:xfrm>
              <a:off x="5398200" y="3057480"/>
              <a:ext cx="853920" cy="853560"/>
            </a:xfrm>
            <a:prstGeom prst="rect">
              <a:avLst/>
            </a:prstGeom>
            <a:solidFill>
              <a:srgbClr val="2f2f2f"/>
            </a:solidFill>
            <a:ln>
              <a:noFill/>
            </a:ln>
          </p:spPr>
          <p:style>
            <a:lnRef idx="2">
              <a:schemeClr val="accent5">
                <a:shade val="50000"/>
              </a:schemeClr>
            </a:lnRef>
            <a:fillRef idx="1">
              <a:schemeClr val="accent5"/>
            </a:fillRef>
            <a:effectRef idx="0">
              <a:schemeClr val="accent5"/>
            </a:effectRef>
            <a:fontRef idx="minor"/>
          </p:style>
          <p:txBody>
            <a:bodyPr numCol="1" spcCol="0" lIns="0" rIns="0" tIns="46800" bIns="46800" anchor="ctr">
              <a:noAutofit/>
            </a:bodyPr>
            <a:p>
              <a:pPr algn="ctr" defTabSz="932400">
                <a:lnSpc>
                  <a:spcPct val="100000"/>
                </a:lnSpc>
              </a:pPr>
              <a:r>
                <a:rPr b="0" lang="en-US" sz="1100" strike="noStrike" u="none">
                  <a:solidFill>
                    <a:srgbClr val="ffffff"/>
                  </a:solidFill>
                  <a:effectLst/>
                  <a:uFillTx/>
                  <a:latin typeface="Segoe UI"/>
                </a:rPr>
                <a:t>Accent 5</a:t>
              </a:r>
              <a:endParaRPr b="0" lang="en-US" sz="1100" strike="noStrike" u="none">
                <a:solidFill>
                  <a:srgbClr val="ffffff"/>
                </a:solidFill>
                <a:effectLst/>
                <a:uFillTx/>
                <a:latin typeface="Arial"/>
              </a:endParaRPr>
            </a:p>
          </p:txBody>
        </p:sp>
        <p:sp>
          <p:nvSpPr>
            <p:cNvPr id="2576" name="Rectangle 33"/>
            <p:cNvSpPr/>
            <p:nvPr/>
          </p:nvSpPr>
          <p:spPr>
            <a:xfrm>
              <a:off x="6339960" y="3057480"/>
              <a:ext cx="853920" cy="853560"/>
            </a:xfrm>
            <a:prstGeom prst="rect">
              <a:avLst/>
            </a:prstGeom>
            <a:solidFill>
              <a:schemeClr val="accent6"/>
            </a:solidFill>
            <a:ln>
              <a:noFill/>
            </a:ln>
          </p:spPr>
          <p:style>
            <a:lnRef idx="2">
              <a:schemeClr val="accent6">
                <a:shade val="50000"/>
              </a:schemeClr>
            </a:lnRef>
            <a:fillRef idx="1">
              <a:schemeClr val="accent6"/>
            </a:fillRef>
            <a:effectRef idx="0">
              <a:schemeClr val="accent6"/>
            </a:effectRef>
            <a:fontRef idx="minor"/>
          </p:style>
          <p:txBody>
            <a:bodyPr numCol="1" spcCol="0" lIns="0" rIns="0" tIns="46800" bIns="46800" anchor="ctr">
              <a:noAutofit/>
            </a:bodyPr>
            <a:p>
              <a:pPr algn="ctr" defTabSz="932400">
                <a:lnSpc>
                  <a:spcPct val="100000"/>
                </a:lnSpc>
              </a:pPr>
              <a:r>
                <a:rPr b="0" lang="en-US" sz="1100" strike="noStrike" u="none">
                  <a:solidFill>
                    <a:srgbClr val="1a1a1a"/>
                  </a:solidFill>
                  <a:effectLst/>
                  <a:uFillTx/>
                  <a:latin typeface="Segoe UI"/>
                </a:rPr>
                <a:t>Accent 6</a:t>
              </a:r>
              <a:endParaRPr b="0" lang="en-US" sz="1100" strike="noStrike" u="none">
                <a:solidFill>
                  <a:srgbClr val="000000"/>
                </a:solidFill>
                <a:effectLst/>
                <a:uFillTx/>
                <a:latin typeface="Arial"/>
              </a:endParaRPr>
            </a:p>
          </p:txBody>
        </p:sp>
        <p:sp>
          <p:nvSpPr>
            <p:cNvPr id="2577" name="Text Placeholder 2"/>
            <p:cNvSpPr/>
            <p:nvPr/>
          </p:nvSpPr>
          <p:spPr>
            <a:xfrm>
              <a:off x="2969280" y="4129560"/>
              <a:ext cx="2292480" cy="369000"/>
            </a:xfrm>
            <a:prstGeom prst="rect">
              <a:avLst/>
            </a:prstGeom>
            <a:noFill/>
            <a:ln w="0">
              <a:noFill/>
            </a:ln>
          </p:spPr>
          <p:style>
            <a:lnRef idx="0"/>
            <a:fillRef idx="0"/>
            <a:effectRef idx="0"/>
            <a:fontRef idx="minor"/>
          </p:style>
          <p:txBody>
            <a:bodyPr lIns="0" rIns="0" tIns="0" bIns="0" anchor="t">
              <a:spAutoFit/>
            </a:bodyPr>
            <a:p>
              <a:pPr defTabSz="914400">
                <a:lnSpc>
                  <a:spcPct val="100000"/>
                </a:lnSpc>
                <a:spcBef>
                  <a:spcPts val="601"/>
                </a:spcBef>
                <a:tabLst>
                  <a:tab algn="l" pos="0"/>
                </a:tabLst>
              </a:pPr>
              <a:r>
                <a:rPr b="0" lang="en-US" sz="1200" strike="noStrike" u="none">
                  <a:solidFill>
                    <a:schemeClr val="lt1"/>
                  </a:solidFill>
                  <a:effectLst/>
                  <a:uFillTx/>
                  <a:latin typeface="Segoe UI"/>
                </a:rPr>
                <a:t>Use </a:t>
              </a:r>
              <a:r>
                <a:rPr b="1" lang="en-US" sz="1200" strike="noStrike" u="none">
                  <a:solidFill>
                    <a:schemeClr val="lt1"/>
                  </a:solidFill>
                  <a:effectLst/>
                  <a:uFillTx/>
                  <a:latin typeface="Segoe UI"/>
                </a:rPr>
                <a:t>Accent 3</a:t>
              </a:r>
              <a:r>
                <a:rPr b="0" lang="en-US" sz="1200" strike="noStrike" u="none">
                  <a:solidFill>
                    <a:schemeClr val="lt1"/>
                  </a:solidFill>
                  <a:effectLst/>
                  <a:uFillTx/>
                  <a:latin typeface="Segoe UI"/>
                </a:rPr>
                <a:t> and </a:t>
              </a:r>
              <a:r>
                <a:rPr b="1" lang="en-US" sz="1200" strike="noStrike" u="none">
                  <a:solidFill>
                    <a:schemeClr val="lt1"/>
                  </a:solidFill>
                  <a:effectLst/>
                  <a:uFillTx/>
                  <a:latin typeface="Segoe UI Semibold"/>
                </a:rPr>
                <a:t>Accent 4 </a:t>
              </a:r>
              <a:r>
                <a:rPr b="0" lang="en-US" sz="1200" strike="noStrike" u="none">
                  <a:solidFill>
                    <a:schemeClr val="lt1"/>
                  </a:solidFill>
                  <a:effectLst/>
                  <a:uFillTx/>
                  <a:latin typeface="Segoe UI"/>
                </a:rPr>
                <a:t>when </a:t>
              </a:r>
              <a:br>
                <a:rPr sz="1200"/>
              </a:br>
              <a:r>
                <a:rPr b="0" lang="en-US" sz="1200" strike="noStrike" u="none">
                  <a:solidFill>
                    <a:schemeClr val="lt1"/>
                  </a:solidFill>
                  <a:effectLst/>
                  <a:uFillTx/>
                  <a:latin typeface="Segoe UI"/>
                </a:rPr>
                <a:t>additional colors are needed. </a:t>
              </a:r>
              <a:endParaRPr b="0" lang="en-US" sz="1200" strike="noStrike" u="none">
                <a:solidFill>
                  <a:srgbClr val="ffffff"/>
                </a:solidFill>
                <a:effectLst/>
                <a:uFillTx/>
                <a:latin typeface="Arial"/>
              </a:endParaRPr>
            </a:p>
          </p:txBody>
        </p:sp>
      </p:grpSp>
    </p:spTree>
  </p:cSld>
  <mc:AlternateContent>
    <mc:Choice Requires="p14">
      <p:transition spd="med" p14:dur="7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8" name="PlaceHolder 1"/>
          <p:cNvSpPr>
            <a:spLocks noGrp="1"/>
          </p:cNvSpPr>
          <p:nvPr>
            <p:ph type="title"/>
          </p:nvPr>
        </p:nvSpPr>
        <p:spPr>
          <a:xfrm>
            <a:off x="584280" y="457200"/>
            <a:ext cx="5508000" cy="371880"/>
          </a:xfrm>
          <a:prstGeom prst="rect">
            <a:avLst/>
          </a:prstGeom>
          <a:noFill/>
          <a:ln w="0">
            <a:noFill/>
          </a:ln>
        </p:spPr>
        <p:txBody>
          <a:bodyPr lIns="0" rIns="0" tIns="64080" bIns="0" anchor="t">
            <a:noAutofit/>
          </a:bodyPr>
          <a:p>
            <a:pPr indent="0" defTabSz="932760">
              <a:lnSpc>
                <a:spcPct val="100000"/>
              </a:lnSpc>
              <a:buNone/>
            </a:pPr>
            <a:r>
              <a:rPr b="0" lang="en-US" sz="2000" strike="noStrike" u="none">
                <a:solidFill>
                  <a:schemeClr val="lt1"/>
                </a:solidFill>
                <a:effectLst/>
                <a:uFillTx/>
                <a:latin typeface="Segoe UI Semibold"/>
              </a:rPr>
              <a:t>Creating accessible content</a:t>
            </a:r>
            <a:endParaRPr b="0" lang="en-US" sz="2000" strike="noStrike" u="none">
              <a:solidFill>
                <a:schemeClr val="lt1"/>
              </a:solidFill>
              <a:effectLst/>
              <a:uFillTx/>
              <a:latin typeface="Segoe UI"/>
            </a:endParaRPr>
          </a:p>
        </p:txBody>
      </p:sp>
      <p:sp>
        <p:nvSpPr>
          <p:cNvPr id="2579" name="Accessiblity definition"/>
          <p:cNvSpPr/>
          <p:nvPr/>
        </p:nvSpPr>
        <p:spPr>
          <a:xfrm>
            <a:off x="585720" y="914400"/>
            <a:ext cx="11025000" cy="165960"/>
          </a:xfrm>
          <a:prstGeom prst="rect">
            <a:avLst/>
          </a:prstGeom>
          <a:noFill/>
          <a:ln w="0">
            <a:noFill/>
          </a:ln>
        </p:spPr>
        <p:style>
          <a:lnRef idx="0"/>
          <a:fillRef idx="0"/>
          <a:effectRef idx="0"/>
          <a:fontRef idx="minor"/>
        </p:style>
        <p:txBody>
          <a:bodyPr lIns="0" rIns="0" tIns="0" bIns="0" anchor="t">
            <a:spAutoFit/>
          </a:bodyPr>
          <a:p>
            <a:pPr defTabSz="914400">
              <a:lnSpc>
                <a:spcPct val="90000"/>
              </a:lnSpc>
              <a:spcBef>
                <a:spcPts val="2401"/>
              </a:spcBef>
              <a:tabLst>
                <a:tab algn="l" pos="0"/>
              </a:tabLst>
            </a:pPr>
            <a:r>
              <a:rPr b="0" lang="en-US" sz="1200" strike="noStrike" u="none">
                <a:solidFill>
                  <a:schemeClr val="lt1"/>
                </a:solidFill>
                <a:effectLst/>
                <a:uFillTx/>
                <a:latin typeface="Segoe UI"/>
              </a:rPr>
              <a:t>Take the following steps to create accessible content that everyone can consume effectively.</a:t>
            </a:r>
            <a:endParaRPr b="0" lang="en-US" sz="1200" strike="noStrike" u="none">
              <a:solidFill>
                <a:srgbClr val="ffffff"/>
              </a:solidFill>
              <a:effectLst/>
              <a:uFillTx/>
              <a:latin typeface="Arial"/>
            </a:endParaRPr>
          </a:p>
        </p:txBody>
      </p:sp>
      <p:sp>
        <p:nvSpPr>
          <p:cNvPr id="2580" name="Contrast instructions text box"/>
          <p:cNvSpPr/>
          <p:nvPr/>
        </p:nvSpPr>
        <p:spPr>
          <a:xfrm>
            <a:off x="582120" y="1434960"/>
            <a:ext cx="1965600" cy="20088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tabLst>
                <a:tab algn="l" pos="0"/>
              </a:tabLst>
            </a:pPr>
            <a:r>
              <a:rPr b="1" lang="en-US" sz="1600" strike="noStrike" u="none">
                <a:solidFill>
                  <a:schemeClr val="lt1"/>
                </a:solidFill>
                <a:effectLst/>
                <a:uFillTx/>
                <a:latin typeface="Segoe UI"/>
              </a:rPr>
              <a:t>Contrast</a:t>
            </a:r>
            <a:endParaRPr b="0" lang="en-US" sz="1600" strike="noStrike" u="none">
              <a:solidFill>
                <a:srgbClr val="ffffff"/>
              </a:solidFill>
              <a:effectLst/>
              <a:uFillTx/>
              <a:latin typeface="Arial"/>
            </a:endParaRPr>
          </a:p>
          <a:p>
            <a:pPr defTabSz="903960">
              <a:lnSpc>
                <a:spcPct val="100000"/>
              </a:lnSpc>
              <a:spcBef>
                <a:spcPts val="774"/>
              </a:spcBef>
              <a:tabLst>
                <a:tab algn="l" pos="0"/>
              </a:tabLst>
            </a:pPr>
            <a:r>
              <a:rPr b="0" lang="en-US" sz="1200" strike="noStrike" u="none">
                <a:solidFill>
                  <a:schemeClr val="lt1"/>
                </a:solidFill>
                <a:effectLst/>
                <a:uFillTx/>
                <a:latin typeface="Segoe UI"/>
              </a:rPr>
              <a:t>Use high contrast colors for maximum readability</a:t>
            </a:r>
            <a:endParaRPr b="0" lang="en-US" sz="1200" strike="noStrike" u="none">
              <a:solidFill>
                <a:srgbClr val="ffffff"/>
              </a:solidFill>
              <a:effectLst/>
              <a:uFillTx/>
              <a:latin typeface="Arial"/>
            </a:endParaRPr>
          </a:p>
          <a:p>
            <a:pPr defTabSz="903960">
              <a:lnSpc>
                <a:spcPct val="100000"/>
              </a:lnSpc>
              <a:spcBef>
                <a:spcPts val="581"/>
              </a:spcBef>
              <a:tabLst>
                <a:tab algn="l" pos="0"/>
              </a:tabLst>
            </a:pPr>
            <a:r>
              <a:rPr b="0" lang="en-US" sz="1200" strike="noStrike" u="none">
                <a:solidFill>
                  <a:schemeClr val="lt1"/>
                </a:solidFill>
                <a:effectLst/>
                <a:uFillTx/>
                <a:latin typeface="Segoe UI"/>
              </a:rPr>
              <a:t>The recommended contrast ratio is at least 4.5:1</a:t>
            </a:r>
            <a:endParaRPr b="0" lang="en-US" sz="1200" strike="noStrike" u="none">
              <a:solidFill>
                <a:srgbClr val="ffffff"/>
              </a:solidFill>
              <a:effectLst/>
              <a:uFillTx/>
              <a:latin typeface="Arial"/>
            </a:endParaRPr>
          </a:p>
          <a:p>
            <a:pPr defTabSz="903960">
              <a:lnSpc>
                <a:spcPct val="100000"/>
              </a:lnSpc>
              <a:spcBef>
                <a:spcPts val="581"/>
              </a:spcBef>
              <a:tabLst>
                <a:tab algn="l" pos="0"/>
              </a:tabLst>
            </a:pPr>
            <a:endParaRPr b="0" lang="en-US" sz="1170" strike="noStrike" u="none">
              <a:solidFill>
                <a:srgbClr val="ffffff"/>
              </a:solidFill>
              <a:effectLst/>
              <a:uFillTx/>
              <a:latin typeface="Arial"/>
            </a:endParaRPr>
          </a:p>
          <a:p>
            <a:pPr defTabSz="903960">
              <a:lnSpc>
                <a:spcPct val="100000"/>
              </a:lnSpc>
              <a:spcBef>
                <a:spcPts val="581"/>
              </a:spcBef>
              <a:tabLst>
                <a:tab algn="l" pos="0"/>
              </a:tabLst>
            </a:pPr>
            <a:endParaRPr b="0" lang="en-US" sz="1170" strike="noStrike" u="none">
              <a:solidFill>
                <a:srgbClr val="ffffff"/>
              </a:solidFill>
              <a:effectLst/>
              <a:uFillTx/>
              <a:latin typeface="Arial"/>
            </a:endParaRPr>
          </a:p>
          <a:p>
            <a:pPr defTabSz="903960">
              <a:lnSpc>
                <a:spcPct val="100000"/>
              </a:lnSpc>
              <a:spcBef>
                <a:spcPts val="581"/>
              </a:spcBef>
              <a:tabLst>
                <a:tab algn="l" pos="0"/>
              </a:tabLst>
            </a:pPr>
            <a:endParaRPr b="0" lang="en-US" sz="1170" strike="noStrike" u="none">
              <a:solidFill>
                <a:srgbClr val="ffffff"/>
              </a:solidFill>
              <a:effectLst/>
              <a:uFillTx/>
              <a:latin typeface="Arial"/>
            </a:endParaRPr>
          </a:p>
        </p:txBody>
      </p:sp>
      <p:grpSp>
        <p:nvGrpSpPr>
          <p:cNvPr id="2581" name="Text contrast exmple"/>
          <p:cNvGrpSpPr/>
          <p:nvPr/>
        </p:nvGrpSpPr>
        <p:grpSpPr>
          <a:xfrm>
            <a:off x="597600" y="2726640"/>
            <a:ext cx="1950120" cy="456480"/>
            <a:chOff x="597600" y="2726640"/>
            <a:chExt cx="1950120" cy="456480"/>
          </a:xfrm>
        </p:grpSpPr>
        <p:grpSp>
          <p:nvGrpSpPr>
            <p:cNvPr id="2582" name="Group 44"/>
            <p:cNvGrpSpPr/>
            <p:nvPr/>
          </p:nvGrpSpPr>
          <p:grpSpPr>
            <a:xfrm>
              <a:off x="597600" y="2733120"/>
              <a:ext cx="1950120" cy="450000"/>
              <a:chOff x="597600" y="2733120"/>
              <a:chExt cx="1950120" cy="450000"/>
            </a:xfrm>
          </p:grpSpPr>
          <p:sp>
            <p:nvSpPr>
              <p:cNvPr id="2583" name="Gray text box example"/>
              <p:cNvSpPr/>
              <p:nvPr/>
            </p:nvSpPr>
            <p:spPr>
              <a:xfrm>
                <a:off x="597600" y="2733120"/>
                <a:ext cx="649800" cy="450000"/>
              </a:xfrm>
              <a:prstGeom prst="rect">
                <a:avLst/>
              </a:prstGeom>
              <a:solidFill>
                <a:srgbClr val="f2f2f2"/>
              </a:solidFill>
              <a:ln w="0">
                <a:noFill/>
              </a:ln>
            </p:spPr>
            <p:style>
              <a:lnRef idx="0"/>
              <a:fillRef idx="0"/>
              <a:effectRef idx="0"/>
              <a:fontRef idx="minor"/>
            </p:style>
            <p:txBody>
              <a:bodyPr lIns="177120" rIns="177120" tIns="81720" bIns="81720" anchor="ctr">
                <a:spAutoFit/>
              </a:bodyPr>
              <a:p>
                <a:pPr defTabSz="903960">
                  <a:lnSpc>
                    <a:spcPct val="100000"/>
                  </a:lnSpc>
                  <a:spcAft>
                    <a:spcPts val="581"/>
                  </a:spcAft>
                  <a:tabLst>
                    <a:tab algn="l" pos="0"/>
                  </a:tabLst>
                </a:pPr>
                <a:r>
                  <a:rPr b="1" lang="en-US" sz="1070" strike="noStrike" u="none">
                    <a:solidFill>
                      <a:srgbClr val="1a1a1a"/>
                    </a:solidFill>
                    <a:effectLst/>
                    <a:uFillTx/>
                    <a:latin typeface="Segoe UI Semilight"/>
                  </a:rPr>
                  <a:t>Text</a:t>
                </a:r>
                <a:endParaRPr b="0" lang="en-US" sz="1070" strike="noStrike" u="none">
                  <a:solidFill>
                    <a:srgbClr val="000000"/>
                  </a:solidFill>
                  <a:effectLst/>
                  <a:uFillTx/>
                  <a:latin typeface="Arial"/>
                </a:endParaRPr>
              </a:p>
            </p:txBody>
          </p:sp>
          <p:sp>
            <p:nvSpPr>
              <p:cNvPr id="2584" name="Blue text box example"/>
              <p:cNvSpPr/>
              <p:nvPr/>
            </p:nvSpPr>
            <p:spPr>
              <a:xfrm>
                <a:off x="1247760" y="2733120"/>
                <a:ext cx="649800" cy="450000"/>
              </a:xfrm>
              <a:prstGeom prst="rect">
                <a:avLst/>
              </a:prstGeom>
              <a:solidFill>
                <a:srgbClr val="0078d4"/>
              </a:solidFill>
              <a:ln w="0">
                <a:noFill/>
              </a:ln>
            </p:spPr>
            <p:style>
              <a:lnRef idx="0"/>
              <a:fillRef idx="0"/>
              <a:effectRef idx="0"/>
              <a:fontRef idx="minor"/>
            </p:style>
            <p:txBody>
              <a:bodyPr lIns="177120" rIns="177120" tIns="81720" bIns="81720" anchor="ctr">
                <a:spAutoFit/>
              </a:bodyPr>
              <a:p>
                <a:pPr defTabSz="903960">
                  <a:lnSpc>
                    <a:spcPct val="100000"/>
                  </a:lnSpc>
                  <a:spcAft>
                    <a:spcPts val="581"/>
                  </a:spcAft>
                  <a:tabLst>
                    <a:tab algn="l" pos="0"/>
                  </a:tabLst>
                </a:pPr>
                <a:r>
                  <a:rPr b="1" lang="en-US" sz="1070" strike="noStrike" u="none">
                    <a:solidFill>
                      <a:srgbClr val="ffffff"/>
                    </a:solidFill>
                    <a:effectLst/>
                    <a:uFillTx/>
                    <a:latin typeface="Segoe UI Semilight"/>
                  </a:rPr>
                  <a:t>Text</a:t>
                </a:r>
                <a:endParaRPr b="0" lang="en-US" sz="1070" strike="noStrike" u="none">
                  <a:solidFill>
                    <a:srgbClr val="ffffff"/>
                  </a:solidFill>
                  <a:effectLst/>
                  <a:uFillTx/>
                  <a:latin typeface="Arial"/>
                </a:endParaRPr>
              </a:p>
            </p:txBody>
          </p:sp>
          <p:sp>
            <p:nvSpPr>
              <p:cNvPr id="2585" name="Light blue text box example"/>
              <p:cNvSpPr/>
              <p:nvPr/>
            </p:nvSpPr>
            <p:spPr>
              <a:xfrm>
                <a:off x="1897920" y="2733120"/>
                <a:ext cx="649800" cy="450000"/>
              </a:xfrm>
              <a:prstGeom prst="rect">
                <a:avLst/>
              </a:prstGeom>
              <a:solidFill>
                <a:srgbClr val="00bcf2"/>
              </a:solidFill>
              <a:ln w="0">
                <a:noFill/>
              </a:ln>
            </p:spPr>
            <p:style>
              <a:lnRef idx="0"/>
              <a:fillRef idx="0"/>
              <a:effectRef idx="0"/>
              <a:fontRef idx="minor"/>
            </p:style>
            <p:txBody>
              <a:bodyPr lIns="177120" rIns="177120" tIns="81720" bIns="81720" anchor="ctr">
                <a:spAutoFit/>
              </a:bodyPr>
              <a:p>
                <a:pPr defTabSz="903960">
                  <a:lnSpc>
                    <a:spcPct val="100000"/>
                  </a:lnSpc>
                  <a:spcAft>
                    <a:spcPts val="581"/>
                  </a:spcAft>
                  <a:tabLst>
                    <a:tab algn="l" pos="0"/>
                  </a:tabLst>
                </a:pPr>
                <a:r>
                  <a:rPr b="1" lang="en-US" sz="1070" strike="noStrike" u="none">
                    <a:solidFill>
                      <a:srgbClr val="ffffff"/>
                    </a:solidFill>
                    <a:effectLst/>
                    <a:uFillTx/>
                    <a:latin typeface="Segoe UI Semilight"/>
                  </a:rPr>
                  <a:t>Text</a:t>
                </a:r>
                <a:endParaRPr b="0" lang="en-US" sz="1070" strike="noStrike" u="none">
                  <a:solidFill>
                    <a:srgbClr val="000000"/>
                  </a:solidFill>
                  <a:effectLst/>
                  <a:uFillTx/>
                  <a:latin typeface="Arial"/>
                </a:endParaRPr>
              </a:p>
            </p:txBody>
          </p:sp>
        </p:grpSp>
        <p:cxnSp>
          <p:nvCxnSpPr>
            <p:cNvPr id="2586" name="Red slash"/>
            <p:cNvCxnSpPr/>
            <p:nvPr/>
          </p:nvCxnSpPr>
          <p:spPr>
            <a:xfrm flipH="1">
              <a:off x="1897560" y="2726640"/>
              <a:ext cx="650520" cy="451080"/>
            </a:xfrm>
            <a:prstGeom prst="straightConnector1">
              <a:avLst/>
            </a:prstGeom>
            <a:ln w="19050">
              <a:solidFill>
                <a:srgbClr val="d83b01"/>
              </a:solidFill>
              <a:round/>
            </a:ln>
          </p:spPr>
        </p:cxnSp>
      </p:grpSp>
      <p:sp>
        <p:nvSpPr>
          <p:cNvPr id="2587" name="Contrast instructions text box"/>
          <p:cNvSpPr/>
          <p:nvPr/>
        </p:nvSpPr>
        <p:spPr>
          <a:xfrm>
            <a:off x="582120" y="3480840"/>
            <a:ext cx="1965600" cy="768960"/>
          </a:xfrm>
          <a:prstGeom prst="rect">
            <a:avLst/>
          </a:prstGeom>
          <a:noFill/>
          <a:ln w="0">
            <a:noFill/>
          </a:ln>
        </p:spPr>
        <p:style>
          <a:lnRef idx="0"/>
          <a:fillRef idx="0"/>
          <a:effectRef idx="0"/>
          <a:fontRef idx="minor"/>
        </p:style>
        <p:txBody>
          <a:bodyPr lIns="0" rIns="0" tIns="0" bIns="0" anchor="t">
            <a:spAutoFit/>
          </a:bodyPr>
          <a:p>
            <a:pPr defTabSz="903960">
              <a:lnSpc>
                <a:spcPct val="100000"/>
              </a:lnSpc>
              <a:spcBef>
                <a:spcPts val="1162"/>
              </a:spcBef>
              <a:tabLst>
                <a:tab algn="l" pos="0"/>
              </a:tabLst>
            </a:pPr>
            <a:r>
              <a:rPr b="1" lang="en-US" sz="1200" strike="noStrike" u="none">
                <a:solidFill>
                  <a:schemeClr val="lt1"/>
                </a:solidFill>
                <a:effectLst/>
                <a:uFillTx/>
                <a:latin typeface="Segoe UI"/>
              </a:rPr>
              <a:t>Color Contrast Analyzer</a:t>
            </a:r>
            <a:endParaRPr b="0" lang="en-US" sz="1200" strike="noStrike" u="none">
              <a:solidFill>
                <a:srgbClr val="ffffff"/>
              </a:solidFill>
              <a:effectLst/>
              <a:uFillTx/>
              <a:latin typeface="Arial"/>
            </a:endParaRPr>
          </a:p>
          <a:p>
            <a:pPr defTabSz="903960">
              <a:lnSpc>
                <a:spcPct val="110000"/>
              </a:lnSpc>
              <a:spcBef>
                <a:spcPts val="581"/>
              </a:spcBef>
              <a:tabLst>
                <a:tab algn="l" pos="0"/>
              </a:tabLst>
            </a:pPr>
            <a:r>
              <a:rPr b="0" lang="en-US" sz="1000" strike="noStrike" u="none">
                <a:solidFill>
                  <a:schemeClr val="lt1"/>
                </a:solidFill>
                <a:effectLst/>
                <a:uFillTx/>
                <a:latin typeface="Segoe UI"/>
              </a:rPr>
              <a:t>Download this tool to determine the legibility of text and the contrast of visual elements</a:t>
            </a:r>
            <a:endParaRPr b="0" lang="en-US" sz="1000" strike="noStrike" u="none">
              <a:solidFill>
                <a:srgbClr val="ffffff"/>
              </a:solidFill>
              <a:effectLst/>
              <a:uFillTx/>
              <a:latin typeface="Arial"/>
            </a:endParaRPr>
          </a:p>
        </p:txBody>
      </p:sp>
      <p:grpSp>
        <p:nvGrpSpPr>
          <p:cNvPr id="2588" name="Download Button"/>
          <p:cNvGrpSpPr/>
          <p:nvPr/>
        </p:nvGrpSpPr>
        <p:grpSpPr>
          <a:xfrm>
            <a:off x="597600" y="4402080"/>
            <a:ext cx="1950120" cy="326520"/>
            <a:chOff x="597600" y="4402080"/>
            <a:chExt cx="1950120" cy="326520"/>
          </a:xfrm>
        </p:grpSpPr>
        <p:sp>
          <p:nvSpPr>
            <p:cNvPr id="2589" name="Download label">
              <a:hlinkClick r:id="rId1"/>
            </p:cNvPr>
            <p:cNvSpPr/>
            <p:nvPr/>
          </p:nvSpPr>
          <p:spPr>
            <a:xfrm>
              <a:off x="597600" y="4402080"/>
              <a:ext cx="1950120" cy="326520"/>
            </a:xfrm>
            <a:prstGeom prst="rect">
              <a:avLst/>
            </a:prstGeom>
            <a:solidFill>
              <a:srgbClr val="0078d4"/>
            </a:solidFill>
            <a:ln w="0">
              <a:noFill/>
            </a:ln>
          </p:spPr>
          <p:style>
            <a:lnRef idx="0"/>
            <a:fillRef idx="0"/>
            <a:effectRef idx="0"/>
            <a:fontRef idx="minor"/>
          </p:style>
          <p:txBody>
            <a:bodyPr lIns="141840" rIns="141840" tIns="81720" bIns="81720" anchor="ctr">
              <a:spAutoFit/>
            </a:bodyPr>
            <a:p>
              <a:pPr algn="ctr" defTabSz="903960">
                <a:lnSpc>
                  <a:spcPct val="100000"/>
                </a:lnSpc>
                <a:spcAft>
                  <a:spcPts val="581"/>
                </a:spcAft>
                <a:tabLst>
                  <a:tab algn="l" pos="0"/>
                </a:tabLst>
              </a:pPr>
              <a:r>
                <a:rPr b="1" lang="en-US" sz="1070" strike="noStrike" u="none">
                  <a:solidFill>
                    <a:srgbClr val="ffffff"/>
                  </a:solidFill>
                  <a:effectLst/>
                  <a:uFillTx/>
                  <a:latin typeface="Segoe UI Semilight"/>
                </a:rPr>
                <a:t>Download</a:t>
              </a:r>
              <a:endParaRPr b="0" lang="en-US" sz="1070" strike="noStrike" u="none">
                <a:solidFill>
                  <a:srgbClr val="ffffff"/>
                </a:solidFill>
                <a:effectLst/>
                <a:uFillTx/>
                <a:latin typeface="Arial"/>
              </a:endParaRPr>
            </a:p>
          </p:txBody>
        </p:sp>
        <p:sp>
          <p:nvSpPr>
            <p:cNvPr id="2590" name="Download button">
              <a:hlinkClick r:id="rId2"/>
            </p:cNvPr>
            <p:cNvSpPr/>
            <p:nvPr/>
          </p:nvSpPr>
          <p:spPr>
            <a:xfrm>
              <a:off x="1016640" y="4480920"/>
              <a:ext cx="84960" cy="156240"/>
            </a:xfrm>
            <a:custGeom>
              <a:avLst/>
              <a:gdLst>
                <a:gd name="textAreaLeft" fmla="*/ 0 w 84960"/>
                <a:gd name="textAreaRight" fmla="*/ 85320 w 84960"/>
                <a:gd name="textAreaTop" fmla="*/ 0 h 156240"/>
                <a:gd name="textAreaBottom" fmla="*/ 156600 h 156240"/>
                <a:gd name="GluePoint1X" fmla="*/ 144 w 144"/>
                <a:gd name="GluePoint1Y" fmla="*/ 132 h 248"/>
                <a:gd name="GluePoint2X" fmla="*/ 72 w 144"/>
                <a:gd name="GluePoint2Y" fmla="*/ 203 h 248"/>
                <a:gd name="GluePoint3X" fmla="*/ 0 w 144"/>
                <a:gd name="GluePoint3Y" fmla="*/ 132 h 248"/>
                <a:gd name="GluePoint4X" fmla="*/ 72 w 144"/>
                <a:gd name="GluePoint4Y" fmla="*/ 203 h 248"/>
                <a:gd name="GluePoint5X" fmla="*/ 72 w 144"/>
                <a:gd name="GluePoint5Y" fmla="*/ 0 h 248"/>
                <a:gd name="GluePoint6X" fmla="*/ 0 w 144"/>
                <a:gd name="GluePoint6Y" fmla="*/ 248 h 248"/>
                <a:gd name="GluePoint7X" fmla="*/ 144 w 144"/>
                <a:gd name="GluePoint7Y" fmla="*/ 248 h 24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44" h="248">
                  <a:moveTo>
                    <a:pt x="144" y="132"/>
                  </a:moveTo>
                  <a:lnTo>
                    <a:pt x="72" y="203"/>
                  </a:lnTo>
                  <a:lnTo>
                    <a:pt x="0" y="132"/>
                  </a:lnTo>
                  <a:moveTo>
                    <a:pt x="72" y="203"/>
                  </a:moveTo>
                  <a:lnTo>
                    <a:pt x="72" y="0"/>
                  </a:lnTo>
                  <a:moveTo>
                    <a:pt x="0" y="248"/>
                  </a:moveTo>
                  <a:lnTo>
                    <a:pt x="144" y="248"/>
                  </a:lnTo>
                </a:path>
              </a:pathLst>
            </a:custGeom>
            <a:noFill/>
            <a:ln w="19050">
              <a:solidFill>
                <a:srgbClr val="ffffff"/>
              </a:solidFill>
              <a:miter/>
            </a:ln>
          </p:spPr>
          <p:style>
            <a:lnRef idx="0"/>
            <a:fillRef idx="0"/>
            <a:effectRef idx="0"/>
            <a:fontRef idx="minor"/>
          </p:style>
          <p:txBody>
            <a:bodyPr numCol="1" spcCol="0" lIns="88560" rIns="88560" tIns="44280" bIns="44280" anchor="t">
              <a:noAutofit/>
            </a:bodyPr>
            <a:p>
              <a:pPr defTabSz="885960">
                <a:lnSpc>
                  <a:spcPct val="100000"/>
                </a:lnSpc>
              </a:pPr>
              <a:endParaRPr b="0" lang="en-US" sz="870" strike="noStrike" u="none">
                <a:solidFill>
                  <a:srgbClr val="1a1a1a"/>
                </a:solidFill>
                <a:effectLst/>
                <a:uFillTx/>
                <a:latin typeface="Segoe UI Semilight"/>
              </a:endParaRPr>
            </a:p>
          </p:txBody>
        </p:sp>
      </p:grpSp>
      <p:sp>
        <p:nvSpPr>
          <p:cNvPr id="2591" name="Shape &amp; color instruciton text box"/>
          <p:cNvSpPr/>
          <p:nvPr/>
        </p:nvSpPr>
        <p:spPr>
          <a:xfrm>
            <a:off x="2843280" y="1434960"/>
            <a:ext cx="1965600" cy="17172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tabLst>
                <a:tab algn="l" pos="0"/>
              </a:tabLst>
            </a:pPr>
            <a:r>
              <a:rPr b="1" lang="en-US" sz="1600" strike="noStrike" u="none">
                <a:solidFill>
                  <a:schemeClr val="lt1"/>
                </a:solidFill>
                <a:effectLst/>
                <a:uFillTx/>
                <a:latin typeface="Segoe UI"/>
              </a:rPr>
              <a:t>Shape and color</a:t>
            </a:r>
            <a:endParaRPr b="0" lang="en-US" sz="1600" strike="noStrike" u="none">
              <a:solidFill>
                <a:srgbClr val="ffffff"/>
              </a:solidFill>
              <a:effectLst/>
              <a:uFillTx/>
              <a:latin typeface="Arial"/>
            </a:endParaRPr>
          </a:p>
          <a:p>
            <a:pPr defTabSz="903960">
              <a:lnSpc>
                <a:spcPct val="100000"/>
              </a:lnSpc>
              <a:spcBef>
                <a:spcPts val="774"/>
              </a:spcBef>
              <a:tabLst>
                <a:tab algn="l" pos="0"/>
              </a:tabLst>
            </a:pPr>
            <a:r>
              <a:rPr b="0" lang="en-US" sz="1200" strike="noStrike" u="none">
                <a:solidFill>
                  <a:schemeClr val="lt1"/>
                </a:solidFill>
                <a:effectLst/>
                <a:uFillTx/>
                <a:latin typeface="Segoe UI"/>
              </a:rPr>
              <a:t>Use different shapes with a legend to indicate statuses to accommodate for color blindness</a:t>
            </a:r>
            <a:endParaRPr b="0" lang="en-US" sz="1200" strike="noStrike" u="none">
              <a:solidFill>
                <a:srgbClr val="ffffff"/>
              </a:solidFill>
              <a:effectLst/>
              <a:uFillTx/>
              <a:latin typeface="Arial"/>
            </a:endParaRPr>
          </a:p>
          <a:p>
            <a:pPr defTabSz="903960">
              <a:lnSpc>
                <a:spcPct val="100000"/>
              </a:lnSpc>
              <a:spcBef>
                <a:spcPts val="1162"/>
              </a:spcBef>
              <a:tabLst>
                <a:tab algn="l" pos="0"/>
              </a:tabLst>
            </a:pPr>
            <a:r>
              <a:rPr b="1" lang="en-US" sz="1200" strike="noStrike" u="none">
                <a:solidFill>
                  <a:schemeClr val="lt1"/>
                </a:solidFill>
                <a:effectLst/>
                <a:uFillTx/>
                <a:latin typeface="Segoe UI"/>
              </a:rPr>
              <a:t>Example: </a:t>
            </a:r>
            <a:endParaRPr b="0" lang="en-US" sz="1200" strike="noStrike" u="none">
              <a:solidFill>
                <a:srgbClr val="ffffff"/>
              </a:solidFill>
              <a:effectLst/>
              <a:uFillTx/>
              <a:latin typeface="Arial"/>
            </a:endParaRPr>
          </a:p>
          <a:p>
            <a:pPr defTabSz="903960">
              <a:lnSpc>
                <a:spcPct val="100000"/>
              </a:lnSpc>
              <a:spcBef>
                <a:spcPts val="232"/>
              </a:spcBef>
              <a:tabLst>
                <a:tab algn="l" pos="0"/>
              </a:tabLst>
            </a:pPr>
            <a:endParaRPr b="0" lang="en-US" sz="1170" strike="noStrike" u="none">
              <a:solidFill>
                <a:srgbClr val="ffffff"/>
              </a:solidFill>
              <a:effectLst/>
              <a:uFillTx/>
              <a:latin typeface="Arial"/>
            </a:endParaRPr>
          </a:p>
        </p:txBody>
      </p:sp>
      <p:grpSp>
        <p:nvGrpSpPr>
          <p:cNvPr id="2592" name="Shape usage example"/>
          <p:cNvGrpSpPr/>
          <p:nvPr/>
        </p:nvGrpSpPr>
        <p:grpSpPr>
          <a:xfrm>
            <a:off x="2835720" y="3026520"/>
            <a:ext cx="1969200" cy="1878120"/>
            <a:chOff x="2835720" y="3026520"/>
            <a:chExt cx="1969200" cy="1878120"/>
          </a:xfrm>
        </p:grpSpPr>
        <p:sp>
          <p:nvSpPr>
            <p:cNvPr id="2593" name="Background and text">
              <a:hlinkClick r:id="rId3"/>
            </p:cNvPr>
            <p:cNvSpPr/>
            <p:nvPr/>
          </p:nvSpPr>
          <p:spPr>
            <a:xfrm>
              <a:off x="2835720" y="3026520"/>
              <a:ext cx="1969200" cy="1878120"/>
            </a:xfrm>
            <a:prstGeom prst="rect">
              <a:avLst/>
            </a:prstGeom>
            <a:solidFill>
              <a:srgbClr val="ffffff"/>
            </a:solidFill>
            <a:ln w="0">
              <a:solidFill>
                <a:srgbClr val="ffffff"/>
              </a:solidFill>
            </a:ln>
          </p:spPr>
          <p:style>
            <a:lnRef idx="0"/>
            <a:fillRef idx="0"/>
            <a:effectRef idx="0"/>
            <a:fontRef idx="minor"/>
          </p:style>
          <p:txBody>
            <a:bodyPr lIns="177120" rIns="177120" tIns="141840" bIns="141840" anchor="t">
              <a:noAutofit/>
            </a:bodyPr>
            <a:p>
              <a:pPr defTabSz="903960">
                <a:lnSpc>
                  <a:spcPct val="200000"/>
                </a:lnSpc>
                <a:spcAft>
                  <a:spcPts val="581"/>
                </a:spcAft>
                <a:tabLst>
                  <a:tab algn="l" pos="0"/>
                </a:tabLst>
              </a:pPr>
              <a:r>
                <a:rPr b="1" lang="en-US" sz="1070" strike="noStrike" u="none">
                  <a:solidFill>
                    <a:srgbClr val="1a1a1a"/>
                  </a:solidFill>
                  <a:effectLst/>
                  <a:uFillTx/>
                  <a:latin typeface="Segoe UI Semilight"/>
                </a:rPr>
                <a:t>Subject 1</a:t>
              </a:r>
              <a:endParaRPr b="0" lang="en-US" sz="1070" strike="noStrike" u="none">
                <a:solidFill>
                  <a:srgbClr val="000000"/>
                </a:solidFill>
                <a:effectLst/>
                <a:uFillTx/>
                <a:latin typeface="Arial"/>
              </a:endParaRPr>
            </a:p>
            <a:p>
              <a:pPr defTabSz="903960">
                <a:lnSpc>
                  <a:spcPct val="200000"/>
                </a:lnSpc>
                <a:spcAft>
                  <a:spcPts val="581"/>
                </a:spcAft>
                <a:tabLst>
                  <a:tab algn="l" pos="0"/>
                </a:tabLst>
              </a:pPr>
              <a:r>
                <a:rPr b="1" lang="en-US" sz="1070" strike="noStrike" u="none">
                  <a:solidFill>
                    <a:srgbClr val="1a1a1a"/>
                  </a:solidFill>
                  <a:effectLst/>
                  <a:uFillTx/>
                  <a:latin typeface="Segoe UI Semilight"/>
                </a:rPr>
                <a:t>Subject 2</a:t>
              </a:r>
              <a:endParaRPr b="0" lang="en-US" sz="1070" strike="noStrike" u="none">
                <a:solidFill>
                  <a:srgbClr val="000000"/>
                </a:solidFill>
                <a:effectLst/>
                <a:uFillTx/>
                <a:latin typeface="Arial"/>
              </a:endParaRPr>
            </a:p>
            <a:p>
              <a:pPr defTabSz="903960">
                <a:lnSpc>
                  <a:spcPct val="200000"/>
                </a:lnSpc>
                <a:spcAft>
                  <a:spcPts val="581"/>
                </a:spcAft>
                <a:tabLst>
                  <a:tab algn="l" pos="0"/>
                </a:tabLst>
              </a:pPr>
              <a:r>
                <a:rPr b="1" lang="en-US" sz="1070" strike="noStrike" u="none">
                  <a:solidFill>
                    <a:srgbClr val="1a1a1a"/>
                  </a:solidFill>
                  <a:effectLst/>
                  <a:uFillTx/>
                  <a:latin typeface="Segoe UI Semilight"/>
                </a:rPr>
                <a:t>Subject 3</a:t>
              </a:r>
              <a:endParaRPr b="0" lang="en-US" sz="1070" strike="noStrike" u="none">
                <a:solidFill>
                  <a:srgbClr val="000000"/>
                </a:solidFill>
                <a:effectLst/>
                <a:uFillTx/>
                <a:latin typeface="Arial"/>
              </a:endParaRPr>
            </a:p>
          </p:txBody>
        </p:sp>
        <p:grpSp>
          <p:nvGrpSpPr>
            <p:cNvPr id="2594" name="Group 62"/>
            <p:cNvGrpSpPr/>
            <p:nvPr/>
          </p:nvGrpSpPr>
          <p:grpSpPr>
            <a:xfrm>
              <a:off x="3012840" y="3563640"/>
              <a:ext cx="1568880" cy="812520"/>
              <a:chOff x="3012840" y="3563640"/>
              <a:chExt cx="1568880" cy="812520"/>
            </a:xfrm>
          </p:grpSpPr>
          <p:cxnSp>
            <p:nvCxnSpPr>
              <p:cNvPr id="2595" name="Top horizontal seperator"/>
              <p:cNvCxnSpPr/>
              <p:nvPr/>
            </p:nvCxnSpPr>
            <p:spPr>
              <a:xfrm>
                <a:off x="3012840" y="3563640"/>
                <a:ext cx="1569240" cy="360"/>
              </a:xfrm>
              <a:prstGeom prst="straightConnector1">
                <a:avLst/>
              </a:prstGeom>
              <a:ln>
                <a:solidFill>
                  <a:srgbClr val="969696"/>
                </a:solidFill>
                <a:round/>
              </a:ln>
            </p:spPr>
          </p:cxnSp>
          <p:cxnSp>
            <p:nvCxnSpPr>
              <p:cNvPr id="2596" name="Middle horizontal seperator"/>
              <p:cNvCxnSpPr/>
              <p:nvPr/>
            </p:nvCxnSpPr>
            <p:spPr>
              <a:xfrm>
                <a:off x="3012840" y="3970080"/>
                <a:ext cx="1569240" cy="360"/>
              </a:xfrm>
              <a:prstGeom prst="straightConnector1">
                <a:avLst/>
              </a:prstGeom>
              <a:ln>
                <a:solidFill>
                  <a:srgbClr val="969696"/>
                </a:solidFill>
                <a:round/>
              </a:ln>
            </p:spPr>
          </p:cxnSp>
          <p:cxnSp>
            <p:nvCxnSpPr>
              <p:cNvPr id="2597" name="Bottom horizontal seperator"/>
              <p:cNvCxnSpPr/>
              <p:nvPr/>
            </p:nvCxnSpPr>
            <p:spPr>
              <a:xfrm>
                <a:off x="3012840" y="4376160"/>
                <a:ext cx="1569240" cy="360"/>
              </a:xfrm>
              <a:prstGeom prst="straightConnector1">
                <a:avLst/>
              </a:prstGeom>
              <a:ln>
                <a:solidFill>
                  <a:srgbClr val="969696"/>
                </a:solidFill>
                <a:round/>
              </a:ln>
            </p:spPr>
          </p:cxnSp>
        </p:grpSp>
        <p:sp>
          <p:nvSpPr>
            <p:cNvPr id="2598" name="Example green circle">
              <a:hlinkClick r:id="rId4"/>
            </p:cNvPr>
            <p:cNvSpPr/>
            <p:nvPr/>
          </p:nvSpPr>
          <p:spPr>
            <a:xfrm>
              <a:off x="4331880" y="3315240"/>
              <a:ext cx="108360" cy="108360"/>
            </a:xfrm>
            <a:prstGeom prst="ellipse">
              <a:avLst/>
            </a:prstGeom>
            <a:solidFill>
              <a:srgbClr val="107c10"/>
            </a:solidFill>
            <a:ln>
              <a:noFill/>
            </a:ln>
          </p:spPr>
          <p:style>
            <a:lnRef idx="1">
              <a:schemeClr val="accent2"/>
            </a:lnRef>
            <a:fillRef idx="3">
              <a:schemeClr val="accent2"/>
            </a:fillRef>
            <a:effectRef idx="2">
              <a:schemeClr val="accent2"/>
            </a:effectRef>
            <a:fontRef idx="minor"/>
          </p:style>
          <p:txBody>
            <a:bodyPr numCol="1" spcCol="0" horzOverflow="overflow" lIns="177120" rIns="177120" tIns="38160" bIns="38160" anchor="t">
              <a:noAutofit/>
            </a:bodyPr>
            <a:p>
              <a:pPr algn="ctr" defTabSz="903600">
                <a:lnSpc>
                  <a:spcPct val="90000"/>
                </a:lnSpc>
              </a:pPr>
              <a:endParaRPr b="0" lang="en-US" sz="2320" strike="noStrike" u="none">
                <a:solidFill>
                  <a:srgbClr val="1a1a1a"/>
                </a:solidFill>
                <a:effectLst/>
                <a:uFillTx/>
                <a:latin typeface="Segoe UI Semilight"/>
                <a:ea typeface="Segoe UI"/>
              </a:endParaRPr>
            </a:p>
          </p:txBody>
        </p:sp>
        <p:sp>
          <p:nvSpPr>
            <p:cNvPr id="2599" name="Example blue triangle">
              <a:hlinkClick r:id="rId5"/>
            </p:cNvPr>
            <p:cNvSpPr/>
            <p:nvPr/>
          </p:nvSpPr>
          <p:spPr>
            <a:xfrm>
              <a:off x="4331880" y="3712680"/>
              <a:ext cx="108360" cy="108360"/>
            </a:xfrm>
            <a:prstGeom prst="triangle">
              <a:avLst>
                <a:gd name="adj" fmla="val 50000"/>
              </a:avLst>
            </a:prstGeom>
            <a:solidFill>
              <a:srgbClr val="0078d4"/>
            </a:solidFill>
            <a:ln>
              <a:noFill/>
            </a:ln>
          </p:spPr>
          <p:style>
            <a:lnRef idx="1">
              <a:schemeClr val="accent2"/>
            </a:lnRef>
            <a:fillRef idx="3">
              <a:schemeClr val="accent2"/>
            </a:fillRef>
            <a:effectRef idx="2">
              <a:schemeClr val="accent2"/>
            </a:effectRef>
            <a:fontRef idx="minor"/>
          </p:style>
          <p:txBody>
            <a:bodyPr numCol="1" spcCol="0" horzOverflow="overflow" lIns="177120" rIns="177120" tIns="27000" bIns="27000" anchor="t">
              <a:noAutofit/>
            </a:bodyPr>
            <a:p>
              <a:pPr algn="ctr" defTabSz="903600">
                <a:lnSpc>
                  <a:spcPct val="90000"/>
                </a:lnSpc>
              </a:pPr>
              <a:endParaRPr b="0" lang="en-US" sz="2320" strike="noStrike" u="none">
                <a:solidFill>
                  <a:srgbClr val="1a1a1a"/>
                </a:solidFill>
                <a:effectLst/>
                <a:uFillTx/>
                <a:latin typeface="Segoe UI Semilight"/>
                <a:ea typeface="Segoe UI"/>
              </a:endParaRPr>
            </a:p>
          </p:txBody>
        </p:sp>
        <p:sp>
          <p:nvSpPr>
            <p:cNvPr id="2600" name="Example red X">
              <a:hlinkClick r:id="rId6"/>
            </p:cNvPr>
            <p:cNvSpPr/>
            <p:nvPr/>
          </p:nvSpPr>
          <p:spPr>
            <a:xfrm rot="2700000">
              <a:off x="4331880" y="4118760"/>
              <a:ext cx="108360" cy="108360"/>
            </a:xfrm>
            <a:prstGeom prst="plus">
              <a:avLst>
                <a:gd name="adj" fmla="val 37839"/>
              </a:avLst>
            </a:prstGeom>
            <a:solidFill>
              <a:srgbClr val="c00000"/>
            </a:solidFill>
            <a:ln>
              <a:noFill/>
            </a:ln>
          </p:spPr>
          <p:style>
            <a:lnRef idx="1">
              <a:schemeClr val="accent2"/>
            </a:lnRef>
            <a:fillRef idx="3">
              <a:schemeClr val="accent2"/>
            </a:fillRef>
            <a:effectRef idx="2">
              <a:schemeClr val="accent2"/>
            </a:effectRef>
            <a:fontRef idx="minor"/>
          </p:style>
          <p:txBody>
            <a:bodyPr numCol="1" spcCol="0" horzOverflow="overflow" lIns="177120" rIns="177120" tIns="54360" bIns="54360" anchor="t">
              <a:noAutofit/>
            </a:bodyPr>
            <a:p>
              <a:pPr algn="ctr" defTabSz="903600">
                <a:lnSpc>
                  <a:spcPct val="90000"/>
                </a:lnSpc>
              </a:pPr>
              <a:endParaRPr b="0" lang="en-US" sz="2320" strike="noStrike" u="none">
                <a:solidFill>
                  <a:srgbClr val="1a1a1a"/>
                </a:solidFill>
                <a:effectLst/>
                <a:uFillTx/>
                <a:latin typeface="Segoe UI Semilight"/>
                <a:ea typeface="Segoe UI"/>
              </a:endParaRPr>
            </a:p>
          </p:txBody>
        </p:sp>
        <p:sp>
          <p:nvSpPr>
            <p:cNvPr id="2601" name="Legend green circle">
              <a:hlinkClick r:id="rId7"/>
            </p:cNvPr>
            <p:cNvSpPr/>
            <p:nvPr/>
          </p:nvSpPr>
          <p:spPr>
            <a:xfrm>
              <a:off x="3022200" y="4569840"/>
              <a:ext cx="108360" cy="108360"/>
            </a:xfrm>
            <a:prstGeom prst="ellipse">
              <a:avLst/>
            </a:prstGeom>
            <a:solidFill>
              <a:srgbClr val="107c10"/>
            </a:solidFill>
            <a:ln>
              <a:noFill/>
            </a:ln>
          </p:spPr>
          <p:style>
            <a:lnRef idx="1">
              <a:schemeClr val="accent2"/>
            </a:lnRef>
            <a:fillRef idx="3">
              <a:schemeClr val="accent2"/>
            </a:fillRef>
            <a:effectRef idx="2">
              <a:schemeClr val="accent2"/>
            </a:effectRef>
            <a:fontRef idx="minor"/>
          </p:style>
          <p:txBody>
            <a:bodyPr numCol="1" spcCol="0" horzOverflow="overflow" lIns="177120" rIns="177120" tIns="38160" bIns="38160" anchor="t">
              <a:noAutofit/>
            </a:bodyPr>
            <a:p>
              <a:pPr algn="ctr" defTabSz="903600">
                <a:lnSpc>
                  <a:spcPct val="90000"/>
                </a:lnSpc>
              </a:pPr>
              <a:endParaRPr b="0" lang="en-US" sz="2320" strike="noStrike" u="none">
                <a:solidFill>
                  <a:srgbClr val="1a1a1a"/>
                </a:solidFill>
                <a:effectLst/>
                <a:uFillTx/>
                <a:latin typeface="Segoe UI Semilight"/>
                <a:ea typeface="Segoe UI"/>
              </a:endParaRPr>
            </a:p>
          </p:txBody>
        </p:sp>
        <p:sp>
          <p:nvSpPr>
            <p:cNvPr id="2602" name="Legend green circle label">
              <a:hlinkClick r:id="rId8"/>
            </p:cNvPr>
            <p:cNvSpPr/>
            <p:nvPr/>
          </p:nvSpPr>
          <p:spPr>
            <a:xfrm>
              <a:off x="3022200" y="4402080"/>
              <a:ext cx="638280" cy="444240"/>
            </a:xfrm>
            <a:prstGeom prst="rect">
              <a:avLst/>
            </a:prstGeom>
            <a:noFill/>
            <a:ln w="0">
              <a:noFill/>
            </a:ln>
          </p:spPr>
          <p:style>
            <a:lnRef idx="0"/>
            <a:fillRef idx="0"/>
            <a:effectRef idx="0"/>
            <a:fontRef idx="minor"/>
          </p:style>
          <p:txBody>
            <a:bodyPr lIns="177120" rIns="177120" tIns="141840" bIns="141840" anchor="t">
              <a:noAutofit/>
            </a:bodyPr>
            <a:p>
              <a:pPr defTabSz="903960">
                <a:lnSpc>
                  <a:spcPct val="100000"/>
                </a:lnSpc>
                <a:spcAft>
                  <a:spcPts val="581"/>
                </a:spcAft>
                <a:tabLst>
                  <a:tab algn="l" pos="0"/>
                </a:tabLst>
              </a:pPr>
              <a:r>
                <a:rPr b="0" lang="en-US" sz="1010" strike="noStrike" u="none">
                  <a:solidFill>
                    <a:srgbClr val="1a1a1a"/>
                  </a:solidFill>
                  <a:effectLst/>
                  <a:uFillTx/>
                  <a:latin typeface="Segoe UI Semilight"/>
                </a:rPr>
                <a:t>C1</a:t>
              </a:r>
              <a:endParaRPr b="0" lang="en-US" sz="1010" strike="noStrike" u="none">
                <a:solidFill>
                  <a:srgbClr val="ffffff"/>
                </a:solidFill>
                <a:effectLst/>
                <a:uFillTx/>
                <a:latin typeface="Arial"/>
              </a:endParaRPr>
            </a:p>
          </p:txBody>
        </p:sp>
        <p:sp>
          <p:nvSpPr>
            <p:cNvPr id="2603" name="Legend blue triangle">
              <a:hlinkClick r:id="rId9"/>
            </p:cNvPr>
            <p:cNvSpPr/>
            <p:nvPr/>
          </p:nvSpPr>
          <p:spPr>
            <a:xfrm>
              <a:off x="3628800" y="4569840"/>
              <a:ext cx="108360" cy="108360"/>
            </a:xfrm>
            <a:prstGeom prst="triangle">
              <a:avLst>
                <a:gd name="adj" fmla="val 50000"/>
              </a:avLst>
            </a:prstGeom>
            <a:solidFill>
              <a:srgbClr val="0078d4"/>
            </a:solidFill>
            <a:ln>
              <a:noFill/>
            </a:ln>
          </p:spPr>
          <p:style>
            <a:lnRef idx="1">
              <a:schemeClr val="accent2"/>
            </a:lnRef>
            <a:fillRef idx="3">
              <a:schemeClr val="accent2"/>
            </a:fillRef>
            <a:effectRef idx="2">
              <a:schemeClr val="accent2"/>
            </a:effectRef>
            <a:fontRef idx="minor"/>
          </p:style>
          <p:txBody>
            <a:bodyPr numCol="1" spcCol="0" horzOverflow="overflow" lIns="177120" rIns="177120" tIns="27000" bIns="27000" anchor="t">
              <a:noAutofit/>
            </a:bodyPr>
            <a:p>
              <a:pPr algn="ctr" defTabSz="903600">
                <a:lnSpc>
                  <a:spcPct val="90000"/>
                </a:lnSpc>
              </a:pPr>
              <a:endParaRPr b="0" lang="en-US" sz="2320" strike="noStrike" u="none">
                <a:solidFill>
                  <a:srgbClr val="1a1a1a"/>
                </a:solidFill>
                <a:effectLst/>
                <a:uFillTx/>
                <a:latin typeface="Segoe UI Semilight"/>
                <a:ea typeface="Segoe UI"/>
              </a:endParaRPr>
            </a:p>
          </p:txBody>
        </p:sp>
        <p:sp>
          <p:nvSpPr>
            <p:cNvPr id="2604" name="Legend blue triangle label">
              <a:hlinkClick r:id="rId10"/>
            </p:cNvPr>
            <p:cNvSpPr/>
            <p:nvPr/>
          </p:nvSpPr>
          <p:spPr>
            <a:xfrm>
              <a:off x="3621960" y="4402080"/>
              <a:ext cx="638280" cy="444240"/>
            </a:xfrm>
            <a:prstGeom prst="rect">
              <a:avLst/>
            </a:prstGeom>
            <a:noFill/>
            <a:ln w="0">
              <a:noFill/>
            </a:ln>
          </p:spPr>
          <p:style>
            <a:lnRef idx="0"/>
            <a:fillRef idx="0"/>
            <a:effectRef idx="0"/>
            <a:fontRef idx="minor"/>
          </p:style>
          <p:txBody>
            <a:bodyPr lIns="177120" rIns="177120" tIns="141840" bIns="141840" anchor="t">
              <a:noAutofit/>
            </a:bodyPr>
            <a:p>
              <a:pPr defTabSz="903960">
                <a:lnSpc>
                  <a:spcPct val="100000"/>
                </a:lnSpc>
                <a:spcAft>
                  <a:spcPts val="581"/>
                </a:spcAft>
                <a:tabLst>
                  <a:tab algn="l" pos="0"/>
                </a:tabLst>
              </a:pPr>
              <a:r>
                <a:rPr b="0" lang="en-US" sz="1010" strike="noStrike" u="none">
                  <a:solidFill>
                    <a:srgbClr val="1a1a1a"/>
                  </a:solidFill>
                  <a:effectLst/>
                  <a:uFillTx/>
                  <a:latin typeface="Segoe UI Semilight"/>
                </a:rPr>
                <a:t>C2</a:t>
              </a:r>
              <a:endParaRPr b="0" lang="en-US" sz="1010" strike="noStrike" u="none">
                <a:solidFill>
                  <a:srgbClr val="ffffff"/>
                </a:solidFill>
                <a:effectLst/>
                <a:uFillTx/>
                <a:latin typeface="Arial"/>
              </a:endParaRPr>
            </a:p>
          </p:txBody>
        </p:sp>
        <p:sp>
          <p:nvSpPr>
            <p:cNvPr id="2605" name="Legend red X">
              <a:hlinkClick r:id="rId11"/>
            </p:cNvPr>
            <p:cNvSpPr/>
            <p:nvPr/>
          </p:nvSpPr>
          <p:spPr>
            <a:xfrm rot="2700000">
              <a:off x="4246560" y="4569480"/>
              <a:ext cx="108360" cy="108360"/>
            </a:xfrm>
            <a:prstGeom prst="plus">
              <a:avLst>
                <a:gd name="adj" fmla="val 37839"/>
              </a:avLst>
            </a:prstGeom>
            <a:solidFill>
              <a:srgbClr val="c00000"/>
            </a:solidFill>
            <a:ln>
              <a:noFill/>
            </a:ln>
          </p:spPr>
          <p:style>
            <a:lnRef idx="1">
              <a:schemeClr val="accent2"/>
            </a:lnRef>
            <a:fillRef idx="3">
              <a:schemeClr val="accent2"/>
            </a:fillRef>
            <a:effectRef idx="2">
              <a:schemeClr val="accent2"/>
            </a:effectRef>
            <a:fontRef idx="minor"/>
          </p:style>
          <p:txBody>
            <a:bodyPr numCol="1" spcCol="0" horzOverflow="overflow" lIns="177120" rIns="177120" tIns="54360" bIns="54360" anchor="t">
              <a:noAutofit/>
            </a:bodyPr>
            <a:p>
              <a:pPr algn="ctr" defTabSz="903600">
                <a:lnSpc>
                  <a:spcPct val="90000"/>
                </a:lnSpc>
              </a:pPr>
              <a:endParaRPr b="0" lang="en-US" sz="2320" strike="noStrike" u="none">
                <a:solidFill>
                  <a:srgbClr val="1a1a1a"/>
                </a:solidFill>
                <a:effectLst/>
                <a:uFillTx/>
                <a:latin typeface="Segoe UI Semilight"/>
                <a:ea typeface="Segoe UI"/>
              </a:endParaRPr>
            </a:p>
          </p:txBody>
        </p:sp>
        <p:sp>
          <p:nvSpPr>
            <p:cNvPr id="2606" name="Legend red X label">
              <a:hlinkClick r:id="rId12"/>
            </p:cNvPr>
            <p:cNvSpPr/>
            <p:nvPr/>
          </p:nvSpPr>
          <p:spPr>
            <a:xfrm>
              <a:off x="4257000" y="4402080"/>
              <a:ext cx="547920" cy="444240"/>
            </a:xfrm>
            <a:prstGeom prst="rect">
              <a:avLst/>
            </a:prstGeom>
            <a:noFill/>
            <a:ln w="0">
              <a:noFill/>
            </a:ln>
          </p:spPr>
          <p:style>
            <a:lnRef idx="0"/>
            <a:fillRef idx="0"/>
            <a:effectRef idx="0"/>
            <a:fontRef idx="minor"/>
          </p:style>
          <p:txBody>
            <a:bodyPr lIns="177120" rIns="177120" tIns="141840" bIns="141840" anchor="t">
              <a:noAutofit/>
            </a:bodyPr>
            <a:p>
              <a:pPr defTabSz="903960">
                <a:lnSpc>
                  <a:spcPct val="100000"/>
                </a:lnSpc>
                <a:spcAft>
                  <a:spcPts val="581"/>
                </a:spcAft>
                <a:tabLst>
                  <a:tab algn="l" pos="0"/>
                </a:tabLst>
              </a:pPr>
              <a:r>
                <a:rPr b="0" lang="en-US" sz="1010" strike="noStrike" u="none">
                  <a:solidFill>
                    <a:srgbClr val="1a1a1a"/>
                  </a:solidFill>
                  <a:effectLst/>
                  <a:uFillTx/>
                  <a:latin typeface="Segoe UI Semilight"/>
                </a:rPr>
                <a:t>C3</a:t>
              </a:r>
              <a:endParaRPr b="0" lang="en-US" sz="1010" strike="noStrike" u="none">
                <a:solidFill>
                  <a:srgbClr val="ffffff"/>
                </a:solidFill>
                <a:effectLst/>
                <a:uFillTx/>
                <a:latin typeface="Arial"/>
              </a:endParaRPr>
            </a:p>
          </p:txBody>
        </p:sp>
      </p:grpSp>
      <p:sp>
        <p:nvSpPr>
          <p:cNvPr id="2607" name="Alt Text instruction text box"/>
          <p:cNvSpPr/>
          <p:nvPr/>
        </p:nvSpPr>
        <p:spPr>
          <a:xfrm>
            <a:off x="5115960" y="1434960"/>
            <a:ext cx="1965600" cy="3543840"/>
          </a:xfrm>
          <a:prstGeom prst="rect">
            <a:avLst/>
          </a:prstGeom>
          <a:noFill/>
          <a:ln w="0">
            <a:noFill/>
          </a:ln>
        </p:spPr>
        <p:style>
          <a:lnRef idx="0"/>
          <a:fillRef idx="0"/>
          <a:effectRef idx="0"/>
          <a:fontRef idx="minor"/>
        </p:style>
        <p:txBody>
          <a:bodyPr lIns="0" rIns="0" tIns="0" bIns="0" anchor="t">
            <a:noAutofit/>
          </a:bodyPr>
          <a:p>
            <a:pPr defTabSz="914400">
              <a:lnSpc>
                <a:spcPct val="100000"/>
              </a:lnSpc>
              <a:spcAft>
                <a:spcPts val="601"/>
              </a:spcAft>
              <a:tabLst>
                <a:tab algn="l" pos="0"/>
              </a:tabLst>
            </a:pPr>
            <a:r>
              <a:rPr b="1" lang="en-US" sz="1600" strike="noStrike" u="none">
                <a:solidFill>
                  <a:schemeClr val="lt1"/>
                </a:solidFill>
                <a:effectLst/>
                <a:uFillTx/>
                <a:latin typeface="Segoe UI"/>
              </a:rPr>
              <a:t>Alt text</a:t>
            </a:r>
            <a:endParaRPr b="0" lang="en-US" sz="1600" strike="noStrike" u="none">
              <a:solidFill>
                <a:srgbClr val="ffffff"/>
              </a:solidFill>
              <a:effectLst/>
              <a:uFillTx/>
              <a:latin typeface="Arial"/>
            </a:endParaRPr>
          </a:p>
          <a:p>
            <a:pPr defTabSz="903960">
              <a:lnSpc>
                <a:spcPct val="100000"/>
              </a:lnSpc>
              <a:spcBef>
                <a:spcPts val="774"/>
              </a:spcBef>
              <a:tabLst>
                <a:tab algn="l" pos="0"/>
              </a:tabLst>
            </a:pPr>
            <a:r>
              <a:rPr b="0" lang="en-US" sz="1200" strike="noStrike" u="none">
                <a:solidFill>
                  <a:schemeClr val="lt1"/>
                </a:solidFill>
                <a:effectLst/>
                <a:uFillTx/>
                <a:latin typeface="Segoe UI"/>
              </a:rPr>
              <a:t>Alt text helps people with screen readers understand the content of slides</a:t>
            </a:r>
            <a:endParaRPr b="0" lang="en-US" sz="1200" strike="noStrike" u="none">
              <a:solidFill>
                <a:srgbClr val="ffffff"/>
              </a:solidFill>
              <a:effectLst/>
              <a:uFillTx/>
              <a:latin typeface="Arial"/>
            </a:endParaRPr>
          </a:p>
          <a:p>
            <a:pPr defTabSz="903960">
              <a:lnSpc>
                <a:spcPct val="100000"/>
              </a:lnSpc>
              <a:spcBef>
                <a:spcPts val="292"/>
              </a:spcBef>
              <a:tabLst>
                <a:tab algn="l" pos="0"/>
              </a:tabLst>
            </a:pPr>
            <a:r>
              <a:rPr b="0" lang="en-US" sz="1200" strike="noStrike" u="none">
                <a:solidFill>
                  <a:schemeClr val="lt1"/>
                </a:solidFill>
                <a:effectLst/>
                <a:uFillTx/>
                <a:latin typeface="Segoe UI"/>
              </a:rPr>
              <a:t>You can create alternative text for shapes, pictures, charts, tables, SmartArt graphics, or other objects</a:t>
            </a:r>
            <a:endParaRPr b="0" lang="en-US" sz="1200" strike="noStrike" u="none">
              <a:solidFill>
                <a:srgbClr val="ffffff"/>
              </a:solidFill>
              <a:effectLst/>
              <a:uFillTx/>
              <a:latin typeface="Arial"/>
            </a:endParaRPr>
          </a:p>
          <a:p>
            <a:pPr defTabSz="903960">
              <a:lnSpc>
                <a:spcPct val="100000"/>
              </a:lnSpc>
              <a:spcBef>
                <a:spcPts val="1162"/>
              </a:spcBef>
              <a:tabLst>
                <a:tab algn="l" pos="0"/>
              </a:tabLst>
            </a:pPr>
            <a:r>
              <a:rPr b="1" lang="en-US" sz="1200" strike="noStrike" u="none">
                <a:solidFill>
                  <a:schemeClr val="lt1"/>
                </a:solidFill>
                <a:effectLst/>
                <a:uFillTx/>
                <a:latin typeface="Segoe UI"/>
              </a:rPr>
              <a:t>Here’s how:</a:t>
            </a:r>
            <a:endParaRPr b="0" lang="en-US" sz="12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Right click the image or shape </a:t>
            </a:r>
            <a:endParaRPr b="0" lang="en-US" sz="10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Select </a:t>
            </a:r>
            <a:r>
              <a:rPr b="0" lang="en-US" sz="1000" strike="noStrike" u="none">
                <a:solidFill>
                  <a:schemeClr val="lt1"/>
                </a:solidFill>
                <a:effectLst/>
                <a:uFillTx/>
                <a:latin typeface="Segoe UI Semibold"/>
              </a:rPr>
              <a:t>Edit Alt Text</a:t>
            </a:r>
            <a:endParaRPr b="0" lang="en-US" sz="10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Enter a </a:t>
            </a:r>
            <a:r>
              <a:rPr b="0" lang="en-US" sz="1000" strike="noStrike" u="none">
                <a:solidFill>
                  <a:schemeClr val="lt1"/>
                </a:solidFill>
                <a:effectLst/>
                <a:uFillTx/>
                <a:latin typeface="Segoe UI Semibold"/>
              </a:rPr>
              <a:t>Title </a:t>
            </a:r>
            <a:r>
              <a:rPr b="0" lang="en-US" sz="1000" strike="noStrike" u="none">
                <a:solidFill>
                  <a:schemeClr val="lt1"/>
                </a:solidFill>
                <a:effectLst/>
                <a:uFillTx/>
                <a:latin typeface="Segoe UI"/>
              </a:rPr>
              <a:t>and </a:t>
            </a:r>
            <a:r>
              <a:rPr b="0" lang="en-US" sz="1000" strike="noStrike" u="none">
                <a:solidFill>
                  <a:schemeClr val="lt1"/>
                </a:solidFill>
                <a:effectLst/>
                <a:uFillTx/>
                <a:latin typeface="Segoe UI Semibold"/>
              </a:rPr>
              <a:t>Description</a:t>
            </a:r>
            <a:r>
              <a:rPr b="0" lang="en-US" sz="1000" strike="noStrike" u="none">
                <a:solidFill>
                  <a:schemeClr val="lt1"/>
                </a:solidFill>
                <a:effectLst/>
                <a:uFillTx/>
                <a:latin typeface="Segoe UI"/>
              </a:rPr>
              <a:t> of your image or object</a:t>
            </a:r>
            <a:endParaRPr b="0" lang="en-US" sz="1000" strike="noStrike" u="none">
              <a:solidFill>
                <a:srgbClr val="ffffff"/>
              </a:solidFill>
              <a:effectLst/>
              <a:uFillTx/>
              <a:latin typeface="Arial"/>
            </a:endParaRPr>
          </a:p>
          <a:p>
            <a:pPr defTabSz="903960">
              <a:lnSpc>
                <a:spcPct val="100000"/>
              </a:lnSpc>
              <a:spcBef>
                <a:spcPts val="232"/>
              </a:spcBef>
              <a:tabLst>
                <a:tab algn="l" pos="0"/>
              </a:tabLst>
            </a:pPr>
            <a:endParaRPr b="0" lang="en-US" sz="1170" strike="noStrike" u="none">
              <a:solidFill>
                <a:srgbClr val="ffffff"/>
              </a:solidFill>
              <a:effectLst/>
              <a:uFillTx/>
              <a:latin typeface="Arial"/>
            </a:endParaRPr>
          </a:p>
        </p:txBody>
      </p:sp>
      <p:sp>
        <p:nvSpPr>
          <p:cNvPr id="2608" name="Slide layouts text box"/>
          <p:cNvSpPr/>
          <p:nvPr/>
        </p:nvSpPr>
        <p:spPr>
          <a:xfrm>
            <a:off x="7377120" y="1434960"/>
            <a:ext cx="1965600" cy="23490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tabLst>
                <a:tab algn="l" pos="0"/>
              </a:tabLst>
            </a:pPr>
            <a:r>
              <a:rPr b="1" lang="en-US" sz="1600" strike="noStrike" u="none">
                <a:solidFill>
                  <a:schemeClr val="lt1"/>
                </a:solidFill>
                <a:effectLst/>
                <a:uFillTx/>
                <a:latin typeface="Segoe UI"/>
              </a:rPr>
              <a:t>Slide layouts</a:t>
            </a:r>
            <a:endParaRPr b="0" lang="en-US" sz="1600" strike="noStrike" u="none">
              <a:solidFill>
                <a:srgbClr val="ffffff"/>
              </a:solidFill>
              <a:effectLst/>
              <a:uFillTx/>
              <a:latin typeface="Arial"/>
            </a:endParaRPr>
          </a:p>
          <a:p>
            <a:pPr defTabSz="903960">
              <a:lnSpc>
                <a:spcPct val="100000"/>
              </a:lnSpc>
              <a:spcBef>
                <a:spcPts val="774"/>
              </a:spcBef>
              <a:tabLst>
                <a:tab algn="l" pos="0"/>
              </a:tabLst>
            </a:pPr>
            <a:r>
              <a:rPr b="0" lang="en-US" sz="1200" strike="noStrike" u="none">
                <a:solidFill>
                  <a:schemeClr val="lt1"/>
                </a:solidFill>
                <a:effectLst/>
                <a:uFillTx/>
                <a:latin typeface="Segoe UI"/>
              </a:rPr>
              <a:t>Using a built-in slide layout that matches your content ensures a hierarchical reading order of text blocks</a:t>
            </a:r>
            <a:endParaRPr b="0" lang="en-US" sz="1200" strike="noStrike" u="none">
              <a:solidFill>
                <a:srgbClr val="ffffff"/>
              </a:solidFill>
              <a:effectLst/>
              <a:uFillTx/>
              <a:latin typeface="Arial"/>
            </a:endParaRPr>
          </a:p>
          <a:p>
            <a:pPr defTabSz="903960">
              <a:lnSpc>
                <a:spcPct val="100000"/>
              </a:lnSpc>
              <a:spcBef>
                <a:spcPts val="1162"/>
              </a:spcBef>
              <a:tabLst>
                <a:tab algn="l" pos="0"/>
              </a:tabLst>
            </a:pPr>
            <a:r>
              <a:rPr b="1" lang="en-US" sz="1200" strike="noStrike" u="none">
                <a:solidFill>
                  <a:schemeClr val="lt1"/>
                </a:solidFill>
                <a:effectLst/>
                <a:uFillTx/>
                <a:latin typeface="Segoe UI"/>
              </a:rPr>
              <a:t>Example: </a:t>
            </a:r>
            <a:endParaRPr b="0" lang="en-US" sz="12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If a new slide will have a title, rather than starting with a blank layout and adding a text block for the title, choose one of the built-in layouts with a title placeholder</a:t>
            </a:r>
            <a:endParaRPr b="0" lang="en-US" sz="1000" strike="noStrike" u="none">
              <a:solidFill>
                <a:srgbClr val="ffffff"/>
              </a:solidFill>
              <a:effectLst/>
              <a:uFillTx/>
              <a:latin typeface="Arial"/>
            </a:endParaRPr>
          </a:p>
        </p:txBody>
      </p:sp>
      <p:pic>
        <p:nvPicPr>
          <p:cNvPr id="2609" name="Title only layout" descr="Title only layout"/>
          <p:cNvPicPr/>
          <p:nvPr/>
        </p:nvPicPr>
        <p:blipFill>
          <a:blip r:embed="rId13"/>
          <a:stretch/>
        </p:blipFill>
        <p:spPr>
          <a:xfrm>
            <a:off x="7380720" y="3908160"/>
            <a:ext cx="1965600" cy="996120"/>
          </a:xfrm>
          <a:prstGeom prst="rect">
            <a:avLst/>
          </a:prstGeom>
          <a:noFill/>
          <a:ln w="0">
            <a:solidFill>
              <a:srgbClr val="ffffff"/>
            </a:solidFill>
          </a:ln>
        </p:spPr>
      </p:pic>
      <p:sp>
        <p:nvSpPr>
          <p:cNvPr id="2610" name="Reading order text box"/>
          <p:cNvSpPr/>
          <p:nvPr/>
        </p:nvSpPr>
        <p:spPr>
          <a:xfrm>
            <a:off x="9650520" y="1434960"/>
            <a:ext cx="1965600" cy="3543840"/>
          </a:xfrm>
          <a:prstGeom prst="rect">
            <a:avLst/>
          </a:prstGeom>
          <a:noFill/>
          <a:ln w="0">
            <a:noFill/>
          </a:ln>
        </p:spPr>
        <p:style>
          <a:lnRef idx="0"/>
          <a:fillRef idx="0"/>
          <a:effectRef idx="0"/>
          <a:fontRef idx="minor"/>
        </p:style>
        <p:txBody>
          <a:bodyPr lIns="0" rIns="0" tIns="0" bIns="0" anchor="t">
            <a:noAutofit/>
          </a:bodyPr>
          <a:p>
            <a:pPr defTabSz="914400">
              <a:lnSpc>
                <a:spcPct val="100000"/>
              </a:lnSpc>
              <a:spcAft>
                <a:spcPts val="601"/>
              </a:spcAft>
              <a:tabLst>
                <a:tab algn="l" pos="0"/>
              </a:tabLst>
            </a:pPr>
            <a:r>
              <a:rPr b="1" lang="en-US" sz="1600" strike="noStrike" u="none">
                <a:solidFill>
                  <a:schemeClr val="lt1"/>
                </a:solidFill>
                <a:effectLst/>
                <a:uFillTx/>
                <a:latin typeface="Segoe UI"/>
              </a:rPr>
              <a:t>Reading order</a:t>
            </a:r>
            <a:endParaRPr b="0" lang="en-US" sz="1600" strike="noStrike" u="none">
              <a:solidFill>
                <a:srgbClr val="ffffff"/>
              </a:solidFill>
              <a:effectLst/>
              <a:uFillTx/>
              <a:latin typeface="Arial"/>
            </a:endParaRPr>
          </a:p>
          <a:p>
            <a:pPr defTabSz="903960">
              <a:lnSpc>
                <a:spcPct val="100000"/>
              </a:lnSpc>
              <a:spcBef>
                <a:spcPts val="774"/>
              </a:spcBef>
              <a:tabLst>
                <a:tab algn="l" pos="0"/>
              </a:tabLst>
            </a:pPr>
            <a:r>
              <a:rPr b="0" lang="en-US" sz="1200" strike="noStrike" u="none">
                <a:solidFill>
                  <a:schemeClr val="lt1"/>
                </a:solidFill>
                <a:effectLst/>
                <a:uFillTx/>
                <a:latin typeface="Segoe UI"/>
              </a:rPr>
              <a:t>Screen readers describe content on the screen in the order it was created</a:t>
            </a:r>
            <a:endParaRPr b="0" lang="en-US" sz="1200" strike="noStrike" u="none">
              <a:solidFill>
                <a:srgbClr val="ffffff"/>
              </a:solidFill>
              <a:effectLst/>
              <a:uFillTx/>
              <a:latin typeface="Arial"/>
            </a:endParaRPr>
          </a:p>
          <a:p>
            <a:pPr defTabSz="903960">
              <a:lnSpc>
                <a:spcPct val="100000"/>
              </a:lnSpc>
              <a:spcBef>
                <a:spcPts val="581"/>
              </a:spcBef>
              <a:tabLst>
                <a:tab algn="l" pos="0"/>
              </a:tabLst>
            </a:pPr>
            <a:r>
              <a:rPr b="0" lang="en-US" sz="1200" strike="noStrike" u="none">
                <a:solidFill>
                  <a:schemeClr val="lt1"/>
                </a:solidFill>
                <a:effectLst/>
                <a:uFillTx/>
                <a:latin typeface="Segoe UI"/>
              </a:rPr>
              <a:t>To ensure your content is read back in the order you prefer, arrange your objects in the Selection Pane appropriately. Objects on the bottom of the selection pane are read first</a:t>
            </a:r>
            <a:endParaRPr b="0" lang="en-US" sz="1200" strike="noStrike" u="none">
              <a:solidFill>
                <a:srgbClr val="ffffff"/>
              </a:solidFill>
              <a:effectLst/>
              <a:uFillTx/>
              <a:latin typeface="Arial"/>
            </a:endParaRPr>
          </a:p>
          <a:p>
            <a:pPr defTabSz="903960">
              <a:lnSpc>
                <a:spcPct val="100000"/>
              </a:lnSpc>
              <a:spcBef>
                <a:spcPts val="1162"/>
              </a:spcBef>
              <a:tabLst>
                <a:tab algn="l" pos="0"/>
              </a:tabLst>
            </a:pPr>
            <a:r>
              <a:rPr b="1" lang="en-US" sz="1200" strike="noStrike" u="none">
                <a:solidFill>
                  <a:schemeClr val="lt1"/>
                </a:solidFill>
                <a:effectLst/>
                <a:uFillTx/>
                <a:latin typeface="Segoe UI"/>
              </a:rPr>
              <a:t>Here’s how:</a:t>
            </a:r>
            <a:endParaRPr b="0" lang="en-US" sz="12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Click the </a:t>
            </a:r>
            <a:r>
              <a:rPr b="0" lang="en-US" sz="1000" strike="noStrike" u="none">
                <a:solidFill>
                  <a:schemeClr val="lt1"/>
                </a:solidFill>
                <a:effectLst/>
                <a:uFillTx/>
                <a:latin typeface="Segoe UI Semibold"/>
              </a:rPr>
              <a:t>Home</a:t>
            </a:r>
            <a:r>
              <a:rPr b="0" lang="en-US" sz="1000" strike="noStrike" u="none">
                <a:solidFill>
                  <a:schemeClr val="lt1"/>
                </a:solidFill>
                <a:effectLst/>
                <a:uFillTx/>
                <a:latin typeface="Segoe UI"/>
              </a:rPr>
              <a:t> tab</a:t>
            </a:r>
            <a:endParaRPr b="0" lang="en-US" sz="10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In the </a:t>
            </a:r>
            <a:r>
              <a:rPr b="0" lang="en-US" sz="1000" strike="noStrike" u="none">
                <a:solidFill>
                  <a:schemeClr val="lt1"/>
                </a:solidFill>
                <a:effectLst/>
                <a:uFillTx/>
                <a:latin typeface="Segoe UI Semibold"/>
              </a:rPr>
              <a:t>Drawing</a:t>
            </a:r>
            <a:r>
              <a:rPr b="0" lang="en-US" sz="1000" strike="noStrike" u="none">
                <a:solidFill>
                  <a:schemeClr val="lt1"/>
                </a:solidFill>
                <a:effectLst/>
                <a:uFillTx/>
                <a:latin typeface="Segoe UI"/>
              </a:rPr>
              <a:t> group, select the </a:t>
            </a:r>
            <a:r>
              <a:rPr b="0" lang="en-US" sz="1000" strike="noStrike" u="none">
                <a:solidFill>
                  <a:schemeClr val="lt1"/>
                </a:solidFill>
                <a:effectLst/>
                <a:uFillTx/>
                <a:latin typeface="Segoe UI Semibold"/>
              </a:rPr>
              <a:t>Arrange</a:t>
            </a:r>
            <a:r>
              <a:rPr b="0" lang="en-US" sz="1000" strike="noStrike" u="none">
                <a:solidFill>
                  <a:schemeClr val="lt1"/>
                </a:solidFill>
                <a:effectLst/>
                <a:uFillTx/>
                <a:latin typeface="Segoe UI"/>
              </a:rPr>
              <a:t> drop-down menu</a:t>
            </a:r>
            <a:endParaRPr b="0" lang="en-US" sz="1000" strike="noStrike" u="none">
              <a:solidFill>
                <a:srgbClr val="ffffff"/>
              </a:solidFill>
              <a:effectLst/>
              <a:uFillTx/>
              <a:latin typeface="Arial"/>
            </a:endParaRPr>
          </a:p>
          <a:p>
            <a:pPr defTabSz="903960">
              <a:lnSpc>
                <a:spcPct val="100000"/>
              </a:lnSpc>
              <a:spcBef>
                <a:spcPts val="581"/>
              </a:spcBef>
              <a:tabLst>
                <a:tab algn="l" pos="0"/>
              </a:tabLst>
            </a:pPr>
            <a:r>
              <a:rPr b="0" lang="en-US" sz="1000" strike="noStrike" u="none">
                <a:solidFill>
                  <a:schemeClr val="lt1"/>
                </a:solidFill>
                <a:effectLst/>
                <a:uFillTx/>
                <a:latin typeface="Segoe UI"/>
              </a:rPr>
              <a:t>Click </a:t>
            </a:r>
            <a:r>
              <a:rPr b="0" lang="en-US" sz="1000" strike="noStrike" u="none">
                <a:solidFill>
                  <a:schemeClr val="lt1"/>
                </a:solidFill>
                <a:effectLst/>
                <a:uFillTx/>
                <a:latin typeface="Segoe UI Semibold"/>
              </a:rPr>
              <a:t>Selection Pane…</a:t>
            </a:r>
            <a:endParaRPr b="0" lang="en-US" sz="1000" strike="noStrike" u="none">
              <a:solidFill>
                <a:srgbClr val="ffffff"/>
              </a:solidFill>
              <a:effectLst/>
              <a:uFillTx/>
              <a:latin typeface="Arial"/>
            </a:endParaRPr>
          </a:p>
          <a:p>
            <a:pPr defTabSz="903960">
              <a:lnSpc>
                <a:spcPct val="100000"/>
              </a:lnSpc>
              <a:spcBef>
                <a:spcPts val="232"/>
              </a:spcBef>
              <a:tabLst>
                <a:tab algn="l" pos="0"/>
              </a:tabLst>
            </a:pPr>
            <a:endParaRPr b="0" lang="en-US" sz="1170" strike="noStrike" u="none">
              <a:solidFill>
                <a:srgbClr val="ffffff"/>
              </a:solidFill>
              <a:effectLst/>
              <a:uFillTx/>
              <a:latin typeface="Arial"/>
            </a:endParaRPr>
          </a:p>
        </p:txBody>
      </p:sp>
      <p:sp>
        <p:nvSpPr>
          <p:cNvPr id="2611" name="TextBox 35"/>
          <p:cNvSpPr/>
          <p:nvPr/>
        </p:nvSpPr>
        <p:spPr>
          <a:xfrm>
            <a:off x="597600" y="5232600"/>
            <a:ext cx="11013120" cy="113328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pPr>
            <a:r>
              <a:rPr b="1" lang="en-US" sz="1600" strike="noStrike" u="none">
                <a:solidFill>
                  <a:schemeClr val="lt1"/>
                </a:solidFill>
                <a:effectLst/>
                <a:uFillTx/>
                <a:latin typeface="Segoe UI"/>
              </a:rPr>
              <a:t>Additional tips</a:t>
            </a:r>
            <a:endParaRPr b="0" lang="en-US" sz="1600" strike="noStrike" u="none">
              <a:solidFill>
                <a:srgbClr val="ffffff"/>
              </a:solidFill>
              <a:effectLst/>
              <a:uFillTx/>
              <a:latin typeface="Arial"/>
            </a:endParaRPr>
          </a:p>
          <a:p>
            <a:pPr defTabSz="885960">
              <a:lnSpc>
                <a:spcPct val="100000"/>
              </a:lnSpc>
              <a:spcBef>
                <a:spcPts val="774"/>
              </a:spcBef>
            </a:pPr>
            <a:r>
              <a:rPr b="0" lang="en-US" sz="1200" strike="noStrike" u="none">
                <a:solidFill>
                  <a:schemeClr val="lt1"/>
                </a:solidFill>
                <a:effectLst/>
                <a:uFillTx/>
                <a:latin typeface="Segoe UI"/>
              </a:rPr>
              <a:t>Be sure to run the </a:t>
            </a:r>
            <a:r>
              <a:rPr b="1" lang="en-US" sz="1200" strike="noStrike" u="none">
                <a:solidFill>
                  <a:schemeClr val="lt1"/>
                </a:solidFill>
                <a:effectLst/>
                <a:uFillTx/>
                <a:latin typeface="Segoe UI"/>
              </a:rPr>
              <a:t>Accessibility Checker</a:t>
            </a:r>
            <a:r>
              <a:rPr b="0" lang="en-US" sz="1200" strike="noStrike" u="none">
                <a:solidFill>
                  <a:schemeClr val="lt1"/>
                </a:solidFill>
                <a:effectLst/>
                <a:uFillTx/>
                <a:latin typeface="Segoe UI"/>
              </a:rPr>
              <a:t>! </a:t>
            </a:r>
            <a:r>
              <a:rPr b="0" lang="en-US" sz="1200" strike="noStrike" u="none">
                <a:solidFill>
                  <a:schemeClr val="lt1"/>
                </a:solidFill>
                <a:effectLst/>
                <a:uFillTx/>
                <a:latin typeface="Segoe UI"/>
              </a:rPr>
              <a:t>Go to </a:t>
            </a:r>
            <a:r>
              <a:rPr b="1" lang="en-US" sz="1200" strike="noStrike" u="none">
                <a:solidFill>
                  <a:schemeClr val="lt1"/>
                </a:solidFill>
                <a:effectLst/>
                <a:uFillTx/>
                <a:latin typeface="Segoe UI"/>
              </a:rPr>
              <a:t>File</a:t>
            </a:r>
            <a:r>
              <a:rPr b="0" lang="en-US" sz="1200" strike="noStrike" u="none">
                <a:solidFill>
                  <a:schemeClr val="lt1"/>
                </a:solidFill>
                <a:effectLst/>
                <a:uFillTx/>
                <a:latin typeface="Segoe UI"/>
              </a:rPr>
              <a:t>      click the </a:t>
            </a:r>
            <a:r>
              <a:rPr b="1" lang="en-US" sz="1200" strike="noStrike" u="none">
                <a:solidFill>
                  <a:schemeClr val="lt1"/>
                </a:solidFill>
                <a:effectLst/>
                <a:uFillTx/>
                <a:latin typeface="Segoe UI"/>
              </a:rPr>
              <a:t>Check for Issues </a:t>
            </a:r>
            <a:r>
              <a:rPr b="0" lang="en-US" sz="1200" strike="noStrike" u="none">
                <a:solidFill>
                  <a:schemeClr val="lt1"/>
                </a:solidFill>
                <a:effectLst/>
                <a:uFillTx/>
                <a:latin typeface="Segoe UI"/>
              </a:rPr>
              <a:t>drop down menu      click </a:t>
            </a:r>
            <a:r>
              <a:rPr b="1" lang="en-US" sz="1200" strike="noStrike" u="none">
                <a:solidFill>
                  <a:schemeClr val="lt1"/>
                </a:solidFill>
                <a:effectLst/>
                <a:uFillTx/>
                <a:latin typeface="Segoe UI"/>
              </a:rPr>
              <a:t>Check Accessibility</a:t>
            </a:r>
            <a:endParaRPr b="0" lang="en-US" sz="1200" strike="noStrike" u="none">
              <a:solidFill>
                <a:srgbClr val="ffffff"/>
              </a:solidFill>
              <a:effectLst/>
              <a:uFillTx/>
              <a:latin typeface="Arial"/>
            </a:endParaRPr>
          </a:p>
          <a:p>
            <a:pPr defTabSz="885960">
              <a:lnSpc>
                <a:spcPct val="100000"/>
              </a:lnSpc>
              <a:spcBef>
                <a:spcPts val="581"/>
              </a:spcBef>
            </a:pPr>
            <a:r>
              <a:rPr b="1" lang="en-US" sz="1200" strike="noStrike" u="none">
                <a:solidFill>
                  <a:schemeClr val="lt1"/>
                </a:solidFill>
                <a:effectLst/>
                <a:uFillTx/>
                <a:latin typeface="Segoe UI"/>
              </a:rPr>
              <a:t>Videos need to be accessible: </a:t>
            </a:r>
            <a:r>
              <a:rPr b="0" lang="en-US" sz="1200" strike="noStrike" u="none">
                <a:solidFill>
                  <a:schemeClr val="lt1"/>
                </a:solidFill>
                <a:effectLst/>
                <a:uFillTx/>
                <a:latin typeface="Segoe UI"/>
              </a:rPr>
              <a:t>If your presentation includes a video, ensure it is captioned and audio described (if appropriate)</a:t>
            </a:r>
            <a:endParaRPr b="0" lang="en-US" sz="1200" strike="noStrike" u="none">
              <a:solidFill>
                <a:srgbClr val="ffffff"/>
              </a:solidFill>
              <a:effectLst/>
              <a:uFillTx/>
              <a:latin typeface="Arial"/>
            </a:endParaRPr>
          </a:p>
          <a:p>
            <a:pPr defTabSz="885960">
              <a:lnSpc>
                <a:spcPct val="100000"/>
              </a:lnSpc>
              <a:spcBef>
                <a:spcPts val="581"/>
              </a:spcBef>
            </a:pPr>
            <a:r>
              <a:rPr b="1" lang="en-US" sz="1200" strike="noStrike" u="none">
                <a:solidFill>
                  <a:schemeClr val="lt1"/>
                </a:solidFill>
                <a:effectLst/>
                <a:uFillTx/>
                <a:latin typeface="Segoe UI"/>
              </a:rPr>
              <a:t>Visit the </a:t>
            </a:r>
            <a:r>
              <a:rPr b="1" lang="en-US" sz="1200" strike="noStrike" u="sng">
                <a:solidFill>
                  <a:schemeClr val="lt1"/>
                </a:solidFill>
                <a:effectLst/>
                <a:uFillTx/>
                <a:latin typeface="Segoe UI"/>
                <a:hlinkClick r:id="rId14"/>
              </a:rPr>
              <a:t>Office Accessibility Center</a:t>
            </a:r>
            <a:r>
              <a:rPr b="1" lang="en-US" sz="1200" strike="noStrike" u="none">
                <a:solidFill>
                  <a:schemeClr val="lt1"/>
                </a:solidFill>
                <a:effectLst/>
                <a:uFillTx/>
                <a:latin typeface="Segoe UI"/>
              </a:rPr>
              <a:t> </a:t>
            </a:r>
            <a:r>
              <a:rPr b="0" lang="en-US" sz="1200" strike="noStrike" u="none">
                <a:solidFill>
                  <a:schemeClr val="lt1"/>
                </a:solidFill>
                <a:effectLst/>
                <a:uFillTx/>
                <a:latin typeface="Segoe UI"/>
              </a:rPr>
              <a:t>to learn more about accessibility in PowerPoint</a:t>
            </a:r>
            <a:endParaRPr b="0" lang="en-US" sz="1200" strike="noStrike" u="none">
              <a:solidFill>
                <a:srgbClr val="ffffff"/>
              </a:solidFill>
              <a:effectLst/>
              <a:uFillTx/>
              <a:latin typeface="Arial"/>
            </a:endParaRPr>
          </a:p>
        </p:txBody>
      </p:sp>
      <p:cxnSp>
        <p:nvCxnSpPr>
          <p:cNvPr id="2612" name="Straight Arrow Connector 79"/>
          <p:cNvCxnSpPr/>
          <p:nvPr/>
        </p:nvCxnSpPr>
        <p:spPr>
          <a:xfrm>
            <a:off x="4136040" y="5758200"/>
            <a:ext cx="132840" cy="360"/>
          </a:xfrm>
          <a:prstGeom prst="straightConnector1">
            <a:avLst/>
          </a:prstGeom>
          <a:ln w="19050">
            <a:solidFill>
              <a:srgbClr val="ffffff"/>
            </a:solidFill>
            <a:round/>
            <a:tailEnd len="sm" type="arrow" w="med"/>
          </a:ln>
        </p:spPr>
      </p:cxnSp>
      <p:cxnSp>
        <p:nvCxnSpPr>
          <p:cNvPr id="2613" name="Straight Arrow Connector 78"/>
          <p:cNvCxnSpPr/>
          <p:nvPr/>
        </p:nvCxnSpPr>
        <p:spPr>
          <a:xfrm>
            <a:off x="7322760" y="5758200"/>
            <a:ext cx="132840" cy="360"/>
          </a:xfrm>
          <a:prstGeom prst="straightConnector1">
            <a:avLst/>
          </a:prstGeom>
          <a:ln w="19050">
            <a:solidFill>
              <a:srgbClr val="ffffff"/>
            </a:solidFill>
            <a:round/>
            <a:tailEnd len="sm" type="arrow" w="med"/>
          </a:ln>
        </p:spPr>
      </p:cxnSp>
    </p:spTree>
  </p:cSld>
  <p:transition>
    <p:fade/>
  </p:transition>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4" name="PlaceHolder 1"/>
          <p:cNvSpPr>
            <a:spLocks noGrp="1"/>
          </p:cNvSpPr>
          <p:nvPr>
            <p:ph type="title"/>
          </p:nvPr>
        </p:nvSpPr>
        <p:spPr>
          <a:xfrm>
            <a:off x="585360" y="2971800"/>
            <a:ext cx="9143640" cy="498240"/>
          </a:xfrm>
          <a:prstGeom prst="rect">
            <a:avLst/>
          </a:prstGeom>
          <a:noFill/>
          <a:ln w="0">
            <a:noFill/>
          </a:ln>
        </p:spPr>
        <p:txBody>
          <a:bodyPr lIns="0" rIns="0" tIns="0" bIns="0" anchor="b">
            <a:noAutofit/>
          </a:bodyPr>
          <a:p>
            <a:pPr indent="0" defTabSz="932760">
              <a:lnSpc>
                <a:spcPct val="90000"/>
              </a:lnSpc>
              <a:buNone/>
            </a:pPr>
            <a:r>
              <a:rPr b="0" lang="en-US" sz="3600" spc="-51" strike="noStrike" u="none">
                <a:solidFill>
                  <a:schemeClr val="lt1"/>
                </a:solidFill>
                <a:effectLst/>
                <a:uFillTx/>
                <a:latin typeface="Segoe UI Semibold"/>
              </a:rPr>
              <a:t>Demo</a:t>
            </a:r>
            <a:endParaRPr b="0" lang="en-US" sz="3600" strike="noStrike" u="none">
              <a:solidFill>
                <a:schemeClr val="lt1"/>
              </a:solidFill>
              <a:effectLst/>
              <a:uFillTx/>
              <a:latin typeface="Segoe UI"/>
            </a:endParaRPr>
          </a:p>
        </p:txBody>
      </p:sp>
      <p:sp>
        <p:nvSpPr>
          <p:cNvPr id="2615" name="PlaceHolder 2"/>
          <p:cNvSpPr>
            <a:spLocks noGrp="1"/>
          </p:cNvSpPr>
          <p:nvPr>
            <p:ph/>
          </p:nvPr>
        </p:nvSpPr>
        <p:spPr>
          <a:xfrm>
            <a:off x="599400" y="3591720"/>
            <a:ext cx="9143640" cy="307440"/>
          </a:xfrm>
          <a:prstGeom prst="rect">
            <a:avLst/>
          </a:prstGeom>
          <a:noFill/>
          <a:ln w="0">
            <a:noFill/>
          </a:ln>
        </p:spPr>
        <p:txBody>
          <a:bodyPr lIns="0" rIns="0" tIns="0" bIns="0" anchor="t">
            <a:noAutofit/>
          </a:bodyPr>
          <a:p>
            <a:pPr indent="0" defTabSz="932760">
              <a:lnSpc>
                <a:spcPct val="100000"/>
              </a:lnSpc>
              <a:buNone/>
              <a:tabLst>
                <a:tab algn="l" pos="0"/>
              </a:tabLst>
            </a:pPr>
            <a:r>
              <a:rPr b="0" lang="en-US" sz="2000" strike="noStrike" u="none">
                <a:solidFill>
                  <a:schemeClr val="lt1"/>
                </a:solidFill>
                <a:effectLst/>
                <a:uFillTx/>
                <a:latin typeface="Segoe UI"/>
              </a:rPr>
              <a:t>Speaker name</a:t>
            </a:r>
            <a:endParaRPr b="0" lang="en-US" sz="20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6" name="PlaceHolder 1"/>
          <p:cNvSpPr>
            <a:spLocks noGrp="1"/>
          </p:cNvSpPr>
          <p:nvPr>
            <p:ph type="title"/>
          </p:nvPr>
        </p:nvSpPr>
        <p:spPr>
          <a:xfrm>
            <a:off x="585360" y="3035880"/>
            <a:ext cx="9143640" cy="498240"/>
          </a:xfrm>
          <a:prstGeom prst="rect">
            <a:avLst/>
          </a:prstGeom>
          <a:noFill/>
          <a:ln w="0">
            <a:noFill/>
          </a:ln>
        </p:spPr>
        <p:txBody>
          <a:bodyPr lIns="0" rIns="0" tIns="0" bIns="0" anchor="b">
            <a:noAutofit/>
          </a:bodyPr>
          <a:p>
            <a:pPr indent="0" defTabSz="932760">
              <a:lnSpc>
                <a:spcPct val="90000"/>
              </a:lnSpc>
              <a:buNone/>
            </a:pPr>
            <a:r>
              <a:rPr b="0" lang="en-US" sz="3600" spc="-51" strike="noStrike" u="none">
                <a:solidFill>
                  <a:srgbClr val="ffffff"/>
                </a:solidFill>
                <a:effectLst/>
                <a:uFillTx/>
                <a:latin typeface="Segoe UI Semibold"/>
              </a:rPr>
              <a:t>Video</a:t>
            </a:r>
            <a:endParaRPr b="0" lang="en-US" sz="3600" strike="noStrike" u="none">
              <a:solidFill>
                <a:schemeClr val="lt1"/>
              </a:solidFill>
              <a:effectLst/>
              <a:uFillTx/>
              <a:latin typeface="Segoe UI"/>
            </a:endParaRPr>
          </a:p>
        </p:txBody>
      </p:sp>
    </p:spTree>
  </p:cSld>
  <mc:AlternateContent>
    <mc:Choice Requires="p14">
      <p:transition spd="med" p14:dur="7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7" name="PlaceHolder 1"/>
          <p:cNvSpPr>
            <a:spLocks noGrp="1"/>
          </p:cNvSpPr>
          <p:nvPr>
            <p:ph type="title"/>
          </p:nvPr>
        </p:nvSpPr>
        <p:spPr>
          <a:xfrm>
            <a:off x="585360" y="3035880"/>
            <a:ext cx="9143640" cy="498240"/>
          </a:xfrm>
          <a:prstGeom prst="rect">
            <a:avLst/>
          </a:prstGeom>
          <a:noFill/>
          <a:ln w="0">
            <a:noFill/>
          </a:ln>
        </p:spPr>
        <p:txBody>
          <a:bodyPr lIns="0" rIns="0" tIns="0" bIns="0" anchor="b">
            <a:noAutofit/>
          </a:bodyPr>
          <a:p>
            <a:pPr indent="0" defTabSz="932760">
              <a:lnSpc>
                <a:spcPct val="90000"/>
              </a:lnSpc>
              <a:buNone/>
            </a:pPr>
            <a:r>
              <a:rPr b="0" lang="en-US" sz="3600" spc="-51" strike="noStrike" u="none">
                <a:solidFill>
                  <a:srgbClr val="ffffff"/>
                </a:solidFill>
                <a:effectLst/>
                <a:uFillTx/>
                <a:latin typeface="Segoe UI Semibold"/>
              </a:rPr>
              <a:t>Section title</a:t>
            </a:r>
            <a:endParaRPr b="0" lang="en-US" sz="3600" strike="noStrike" u="none">
              <a:solidFill>
                <a:schemeClr val="lt1"/>
              </a:solidFill>
              <a:effectLst/>
              <a:uFillTx/>
              <a:latin typeface="Segoe UI"/>
            </a:endParaRPr>
          </a:p>
        </p:txBody>
      </p:sp>
    </p:spTree>
  </p:cSld>
  <mc:AlternateContent>
    <mc:Choice Requires="p14">
      <p:transition spd="med" p14:dur="7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8"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Semibold"/>
              </a:rPr>
              <a:t>Software code slide</a:t>
            </a:r>
            <a:endParaRPr b="0" lang="en-US" sz="3600" strike="noStrike" u="none">
              <a:solidFill>
                <a:schemeClr val="lt1"/>
              </a:solidFill>
              <a:effectLst/>
              <a:uFillTx/>
              <a:latin typeface="Segoe UI"/>
            </a:endParaRPr>
          </a:p>
        </p:txBody>
      </p:sp>
      <p:sp>
        <p:nvSpPr>
          <p:cNvPr id="2619" name="PlaceHolder 2"/>
          <p:cNvSpPr>
            <a:spLocks noGrp="1"/>
          </p:cNvSpPr>
          <p:nvPr>
            <p:ph/>
          </p:nvPr>
        </p:nvSpPr>
        <p:spPr>
          <a:xfrm>
            <a:off x="588240" y="1436760"/>
            <a:ext cx="11018160" cy="1908000"/>
          </a:xfrm>
          <a:prstGeom prst="rect">
            <a:avLst/>
          </a:prstGeom>
          <a:noFill/>
          <a:ln w="0">
            <a:noFill/>
          </a:ln>
        </p:spPr>
        <p:txBody>
          <a:bodyPr lIns="0" rIns="0" tIns="0" bIns="0" anchor="t">
            <a:noAutofit/>
          </a:bodyPr>
          <a:p>
            <a:pPr indent="0" defTabSz="932760">
              <a:lnSpc>
                <a:spcPct val="100000"/>
              </a:lnSpc>
              <a:spcBef>
                <a:spcPts val="561"/>
              </a:spcBef>
              <a:buNone/>
              <a:tabLst>
                <a:tab algn="l" pos="0"/>
              </a:tabLst>
            </a:pPr>
            <a:r>
              <a:rPr b="0" lang="en-US" sz="2800" strike="noStrike" u="none">
                <a:solidFill>
                  <a:srgbClr val="ffffff"/>
                </a:solidFill>
                <a:effectLst/>
                <a:uFillTx/>
                <a:latin typeface="Consolas"/>
              </a:rPr>
              <a:t>This slide layout uses Consolas, a monotype font which is ideal for showing software code. </a:t>
            </a:r>
            <a:endParaRPr b="0" lang="en-US" sz="28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2620" name="PlaceHolder 1"/>
          <p:cNvSpPr>
            <a:spLocks noGrp="1"/>
          </p:cNvSpPr>
          <p:nvPr>
            <p:ph type="title"/>
          </p:nvPr>
        </p:nvSpPr>
        <p:spPr>
          <a:xfrm>
            <a:off x="588240" y="457200"/>
            <a:ext cx="11018160" cy="553680"/>
          </a:xfrm>
          <a:prstGeom prst="rect">
            <a:avLst/>
          </a:prstGeom>
          <a:noFill/>
          <a:ln w="0">
            <a:noFill/>
          </a:ln>
        </p:spPr>
        <p:txBody>
          <a:bodyPr lIns="0" rIns="0" tIns="0" bIns="0" anchor="t">
            <a:noAutofit/>
          </a:bodyPr>
          <a:p>
            <a:pPr indent="0" defTabSz="932760">
              <a:lnSpc>
                <a:spcPct val="100000"/>
              </a:lnSpc>
              <a:buNone/>
            </a:pPr>
            <a:r>
              <a:rPr b="0" lang="en-US" sz="3600" spc="-51" strike="noStrike" u="none">
                <a:solidFill>
                  <a:srgbClr val="ffffff"/>
                </a:solidFill>
                <a:effectLst/>
                <a:uFillTx/>
                <a:latin typeface="Segoe UI"/>
                <a:ea typeface="Segoe UI"/>
              </a:rPr>
              <a:t>Notes (hidden)</a:t>
            </a:r>
            <a:endParaRPr b="0" lang="en-US" sz="3600" strike="noStrike" u="none">
              <a:solidFill>
                <a:schemeClr val="lt1"/>
              </a:solidFill>
              <a:effectLst/>
              <a:uFillTx/>
              <a:latin typeface="Segoe UI"/>
            </a:endParaRPr>
          </a:p>
        </p:txBody>
      </p:sp>
      <p:sp>
        <p:nvSpPr>
          <p:cNvPr id="2621" name="PlaceHolder 2"/>
          <p:cNvSpPr>
            <a:spLocks noGrp="1"/>
          </p:cNvSpPr>
          <p:nvPr>
            <p:ph/>
          </p:nvPr>
        </p:nvSpPr>
        <p:spPr>
          <a:xfrm>
            <a:off x="584280" y="1436760"/>
            <a:ext cx="11018520" cy="2215800"/>
          </a:xfrm>
          <a:prstGeom prst="rect">
            <a:avLst/>
          </a:prstGeom>
          <a:noFill/>
          <a:ln w="0">
            <a:noFill/>
          </a:ln>
        </p:spPr>
        <p:txBody>
          <a:bodyPr lIns="0" rIns="0" tIns="0" bIns="0" anchor="t">
            <a:noAutofit/>
          </a:bodyPr>
          <a:p>
            <a:pPr marL="228600" indent="-228600" defTabSz="932760">
              <a:lnSpc>
                <a:spcPct val="100000"/>
              </a:lnSpc>
              <a:spcBef>
                <a:spcPts val="720"/>
              </a:spcBef>
              <a:buClr>
                <a:srgbClr val="ffffff"/>
              </a:buClr>
              <a:buSzPct val="90000"/>
              <a:buFont typeface="Wingdings" charset="2"/>
              <a:buChar char=""/>
            </a:pPr>
            <a:r>
              <a:rPr b="0" lang="en-US" sz="3600" strike="noStrike" u="none">
                <a:solidFill>
                  <a:srgbClr val="ffffff"/>
                </a:solidFill>
                <a:effectLst/>
                <a:uFillTx/>
                <a:latin typeface="Segoe UI"/>
              </a:rPr>
              <a:t>Some speakers at Microsoft like to use this slide for hidden “notes slides”. </a:t>
            </a:r>
            <a:endParaRPr b="0" lang="en-US" sz="3600" strike="noStrike" u="none">
              <a:solidFill>
                <a:schemeClr val="lt1"/>
              </a:solidFill>
              <a:effectLst/>
              <a:uFillTx/>
              <a:latin typeface="Segoe UI Semilight"/>
            </a:endParaRPr>
          </a:p>
          <a:p>
            <a:pPr marL="228600" indent="-228600" defTabSz="932760">
              <a:lnSpc>
                <a:spcPct val="100000"/>
              </a:lnSpc>
              <a:spcBef>
                <a:spcPts val="720"/>
              </a:spcBef>
              <a:buClr>
                <a:srgbClr val="ffffff"/>
              </a:buClr>
              <a:buSzPct val="90000"/>
              <a:buFont typeface="Wingdings" charset="2"/>
              <a:buChar char=""/>
            </a:pPr>
            <a:r>
              <a:rPr b="0" lang="en-US" sz="3600" strike="noStrike" u="none">
                <a:solidFill>
                  <a:srgbClr val="ffffff"/>
                </a:solidFill>
                <a:effectLst/>
                <a:uFillTx/>
                <a:latin typeface="Segoe UI"/>
              </a:rPr>
              <a:t>Delete it if you don’t want to use it.</a:t>
            </a:r>
            <a:endParaRPr b="0" lang="en-US" sz="3600" strike="noStrike" u="none">
              <a:solidFill>
                <a:schemeClr val="lt1"/>
              </a:solidFill>
              <a:effectLst/>
              <a:uFillTx/>
              <a:latin typeface="Segoe UI Semilight"/>
            </a:endParaRPr>
          </a:p>
        </p:txBody>
      </p:sp>
      <p:sp>
        <p:nvSpPr>
          <p:cNvPr id="2622" name="PlaceHolder 3"/>
          <p:cNvSpPr>
            <a:spLocks noGrp="1"/>
          </p:cNvSpPr>
          <p:nvPr>
            <p:ph/>
          </p:nvPr>
        </p:nvSpPr>
        <p:spPr>
          <a:xfrm>
            <a:off x="0" y="6269040"/>
            <a:ext cx="12191760" cy="588600"/>
          </a:xfrm>
          <a:prstGeom prst="rect">
            <a:avLst/>
          </a:prstGeom>
          <a:solidFill>
            <a:srgbClr val="ffff99"/>
          </a:solidFill>
          <a:ln w="0">
            <a:noFill/>
          </a:ln>
        </p:spPr>
        <p:txBody>
          <a:bodyPr lIns="155520" rIns="155520" tIns="77760" bIns="45720" anchor="b">
            <a:noAutofit/>
          </a:bodyPr>
          <a:p>
            <a:pPr marL="228600" indent="-228600" algn="r" defTabSz="932760">
              <a:lnSpc>
                <a:spcPct val="100000"/>
              </a:lnSpc>
              <a:spcBef>
                <a:spcPts val="740"/>
              </a:spcBef>
              <a:buNone/>
              <a:tabLst>
                <a:tab algn="l" pos="0"/>
              </a:tabLst>
            </a:pPr>
            <a:r>
              <a:rPr b="0" lang="en-US" sz="3700" spc="-51" strike="noStrike" u="none">
                <a:solidFill>
                  <a:srgbClr val="000000"/>
                </a:solidFill>
                <a:effectLst/>
                <a:uFillTx/>
                <a:latin typeface="Segoe UI"/>
                <a:ea typeface="Segoe UI"/>
              </a:rPr>
              <a:t>NEXT: &lt;next slide title&gt;</a:t>
            </a:r>
            <a:endParaRPr b="0" lang="en-US" sz="3700" strike="noStrike" u="none">
              <a:solidFill>
                <a:schemeClr val="lt1"/>
              </a:solidFill>
              <a:effectLst/>
              <a:uFillTx/>
              <a:latin typeface="Segoe UI Semilight"/>
            </a:endParaRPr>
          </a:p>
        </p:txBody>
      </p:sp>
    </p:spTree>
  </p:cSld>
  <mc:AlternateContent>
    <mc:Choice Requires="p14">
      <p:transition spd="med" p14:dur="7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3" name="PlaceHolder 1"/>
          <p:cNvSpPr>
            <a:spLocks noGrp="1"/>
          </p:cNvSpPr>
          <p:nvPr>
            <p:ph type="title"/>
          </p:nvPr>
        </p:nvSpPr>
        <p:spPr>
          <a:xfrm>
            <a:off x="585360" y="3035880"/>
            <a:ext cx="9143640" cy="498240"/>
          </a:xfrm>
          <a:prstGeom prst="rect">
            <a:avLst/>
          </a:prstGeom>
          <a:noFill/>
          <a:ln w="0">
            <a:noFill/>
          </a:ln>
        </p:spPr>
        <p:txBody>
          <a:bodyPr lIns="0" rIns="0" tIns="0" bIns="0" anchor="b">
            <a:noAutofit/>
          </a:bodyPr>
          <a:p>
            <a:pPr indent="0">
              <a:buNone/>
            </a:pPr>
            <a:endParaRPr b="0" lang="en-US" sz="3600" spc="-51" strike="noStrike" u="none">
              <a:solidFill>
                <a:schemeClr val="lt1"/>
              </a:solidFill>
              <a:effectLst/>
              <a:uFillTx/>
              <a:latin typeface="Segoe UI Semibold"/>
            </a:endParaRPr>
          </a:p>
        </p:txBody>
      </p:sp>
    </p:spTree>
  </p:cSld>
  <mc:AlternateContent>
    <mc:Choice Requires="p14">
      <p:transition spd="med" p14:dur="700">
        <p:fade/>
      </p:transition>
    </mc:Choice>
    <mc:Fallback>
      <p:transition spd="med">
        <p:fade/>
      </p:transition>
    </mc:Fallback>
  </mc:AlternateContent>
</p:sld>
</file>

<file path=ppt/theme/theme1.xml><?xml version="1.0" encoding="utf-8"?>
<a:theme xmlns:a="http://schemas.openxmlformats.org/drawingml/2006/main" xmlns:r="http://schemas.openxmlformats.org/officeDocument/2006/relationships" name="WHITE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pitchFamily="0" charset="1"/>
        <a:ea typeface=""/>
        <a:cs typeface=""/>
      </a:majorFont>
      <a:minorFont>
        <a:latin typeface="Segoe UI" pitchFamily="0" charset="1"/>
        <a:ea typeface=""/>
        <a:cs typeface=""/>
      </a:minorFont>
    </a:fontScheme>
    <a:fmtScheme>
      <a:fillStyleLst>
        <a:solidFill>
          <a:schemeClr val="phClr"/>
        </a:solidFill>
        <a:solidFill>
          <a:schemeClr val="phClr">
            <a:tint val="65000"/>
          </a:schemeClr>
        </a:solidFill>
        <a:solidFill>
          <a:schemeClr val="phClr">
            <a:shade val="80000"/>
          </a:schemeClr>
        </a:solidFill>
      </a:fillStyleLst>
      <a:lnStyleLst>
        <a:ln w="9525" cap="flat" cmpd="sng" algn="ctr">
          <a:prstDash val="solid"/>
        </a:ln>
        <a:ln w="10795" cap="flat" cmpd="sng" algn="ctr">
          <a:prstDash val="solid"/>
        </a:ln>
        <a:ln w="17145"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SOFT BLACK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pitchFamily="0" charset="1"/>
        <a:ea typeface=""/>
        <a:cs typeface=""/>
      </a:majorFont>
      <a:minorFont>
        <a:latin typeface="Segoe UI" pitchFamily="0" charset="1"/>
        <a:ea typeface=""/>
        <a:cs typeface=""/>
      </a:minorFont>
    </a:fontScheme>
    <a:fmtScheme>
      <a:fillStyleLst>
        <a:solidFill>
          <a:schemeClr val="phClr"/>
        </a:solidFill>
        <a:solidFill>
          <a:schemeClr val="phClr">
            <a:tint val="65000"/>
          </a:schemeClr>
        </a:solidFill>
        <a:solidFill>
          <a:schemeClr val="phClr">
            <a:shade val="80000"/>
          </a:schemeClr>
        </a:solidFill>
      </a:fillStyleLst>
      <a:lnStyleLst>
        <a:ln w="9525" cap="flat" cmpd="sng" algn="ctr">
          <a:prstDash val="solid"/>
        </a:ln>
        <a:ln w="10795" cap="flat" cmpd="sng" algn="ctr">
          <a:prstDash val="solid"/>
        </a:ln>
        <a:ln w="17145"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4391967ADFE8469D6C015465AD315E" ma:contentTypeVersion="10" ma:contentTypeDescription="Create a new document." ma:contentTypeScope="" ma:versionID="f80c13ef4b5f8fd06b13aa8333171bd5">
  <xsd:schema xmlns:xsd="http://www.w3.org/2001/XMLSchema" xmlns:xs="http://www.w3.org/2001/XMLSchema" xmlns:p="http://schemas.microsoft.com/office/2006/metadata/properties" xmlns:ns2="b38ad2e8-7385-42ac-a943-76e9ea801cf0" xmlns:ns3="211ea7d1-7d09-49a0-8c96-644562ad20a0" targetNamespace="http://schemas.microsoft.com/office/2006/metadata/properties" ma:root="true" ma:fieldsID="e1fa8ed5b9995a25259d1a476d4ba3b4" ns2:_="" ns3:_="">
    <xsd:import namespace="b38ad2e8-7385-42ac-a943-76e9ea801cf0"/>
    <xsd:import namespace="211ea7d1-7d09-49a0-8c96-644562ad20a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8ad2e8-7385-42ac-a943-76e9ea801cf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11ea7d1-7d09-49a0-8c96-644562ad20a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haredWithUsers xmlns="211ea7d1-7d09-49a0-8c96-644562ad20a0">
      <UserInfo>
        <DisplayName>Pablo Veramendi (Microsoft)</DisplayName>
        <AccountId>13</AccountId>
        <AccountType/>
      </UserInfo>
      <UserInfo>
        <DisplayName>Ruth Arogundade</DisplayName>
        <AccountId>1634</AccountId>
        <AccountType/>
      </UserInfo>
      <UserInfo>
        <DisplayName>Fatima Aruna</DisplayName>
        <AccountId>2769</AccountId>
        <AccountType/>
      </UserInfo>
    </SharedWithUsers>
    <MediaLengthInSeconds xmlns="b38ad2e8-7385-42ac-a943-76e9ea801cf0" xsi:nil="true"/>
  </documentManagement>
</p:properties>
</file>

<file path=customXml/itemProps1.xml><?xml version="1.0" encoding="utf-8"?>
<ds:datastoreItem xmlns:ds="http://schemas.openxmlformats.org/officeDocument/2006/customXml" ds:itemID="{A091345C-D107-42F0-AC37-8EAB3688E3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8ad2e8-7385-42ac-a943-76e9ea801cf0"/>
    <ds:schemaRef ds:uri="211ea7d1-7d09-49a0-8c96-644562ad20a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F990F116-B58F-4255-B05B-DA3808E0E5C6}">
  <ds:schemaRefs>
    <ds:schemaRef ds:uri="b38ad2e8-7385-42ac-a943-76e9ea801cf0"/>
    <ds:schemaRef ds:uri="http://purl.org/dc/dcmitype/"/>
    <ds:schemaRef ds:uri="http://schemas.microsoft.com/office/2006/documentManagement/types"/>
    <ds:schemaRef ds:uri="http://purl.org/dc/elements/1.1/"/>
    <ds:schemaRef ds:uri="http://schemas.openxmlformats.org/package/2006/metadata/core-properties"/>
    <ds:schemaRef ds:uri="http://www.w3.org/XML/1998/namespace"/>
    <ds:schemaRef ds:uri="http://schemas.microsoft.com/office/infopath/2007/PartnerControls"/>
    <ds:schemaRef ds:uri="211ea7d1-7d09-49a0-8c96-644562ad20a0"/>
    <ds:schemaRef ds:uri="http://schemas.microsoft.com/office/2006/metadata/properties"/>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WHITE TEMPLATE</Template>
  <Manager>&lt;Comms manager name here&gt;</Manager>
  <TotalTime>1504</TotalTime>
  <Application>LibreOffice/25.2.4.3$Linux_X86_64 LibreOffice_project/33e196637044ead23f5c3226cde09b47731f7e27</Application>
  <AppVersion>15.0000</AppVersion>
  <Words>1937</Words>
  <Paragraphs>224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2019-03-28T18:40:02Z</dcterms:created>
  <dc:creator>"Heidi Laverty" &lt;heidi@mindseyepdx.com&gt;</dc:creator>
  <dc:description/>
  <dc:language>en-US</dc:language>
  <cp:lastModifiedBy/>
  <cp:lastPrinted>2025-09-27T23:24:19Z</cp:lastPrinted>
  <dcterms:modified xsi:type="dcterms:W3CDTF">2025-09-27T23:25:10Z</dcterms:modified>
  <cp:revision>87</cp:revision>
  <dc:subject>MSP Program</dc:subject>
  <dc:title>Event name or  presentation title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dience">
    <vt:lpwstr/>
  </property>
  <property fmtid="{D5CDD505-2E9C-101B-9397-08002B2CF9AE}" pid="3" name="Campaign">
    <vt:lpwstr/>
  </property>
  <property fmtid="{D5CDD505-2E9C-101B-9397-08002B2CF9AE}" pid="4" name="ComplianceAssetId">
    <vt:lpwstr/>
  </property>
  <property fmtid="{D5CDD505-2E9C-101B-9397-08002B2CF9AE}" pid="5" name="ContentTypeId">
    <vt:lpwstr>0x0101000B4391967ADFE8469D6C015465AD315E</vt:lpwstr>
  </property>
  <property fmtid="{D5CDD505-2E9C-101B-9397-08002B2CF9AE}" pid="6" name="Event Location">
    <vt:lpwstr/>
  </property>
  <property fmtid="{D5CDD505-2E9C-101B-9397-08002B2CF9AE}" pid="7" name="Event Venue">
    <vt:lpwstr/>
  </property>
  <property fmtid="{D5CDD505-2E9C-101B-9397-08002B2CF9AE}" pid="8" name="Event1">
    <vt:lpwstr>622;#Unassigned|2c8af875-f38a-40b8-a0a9-056aed3fc8c0</vt:lpwstr>
  </property>
  <property fmtid="{D5CDD505-2E9C-101B-9397-08002B2CF9AE}" pid="9" name="HiddenSlides">
    <vt:i4>1</vt:i4>
  </property>
  <property fmtid="{D5CDD505-2E9C-101B-9397-08002B2CF9AE}" pid="10" name="IsMyDocuments">
    <vt:bool>1</vt:bool>
  </property>
  <property fmtid="{D5CDD505-2E9C-101B-9397-08002B2CF9AE}" pid="11" name="MSIP_Label_f42aa342-8706-4288-bd11-ebb85995028c_Application">
    <vt:lpwstr>Microsoft Azure Information Protection</vt:lpwstr>
  </property>
  <property fmtid="{D5CDD505-2E9C-101B-9397-08002B2CF9AE}" pid="12" name="MSIP_Label_f42aa342-8706-4288-bd11-ebb85995028c_Enabled">
    <vt:lpwstr>True</vt:lpwstr>
  </property>
  <property fmtid="{D5CDD505-2E9C-101B-9397-08002B2CF9AE}" pid="13" name="MSIP_Label_f42aa342-8706-4288-bd11-ebb85995028c_Extended_MSFT_Method">
    <vt:lpwstr>Automatic</vt:lpwstr>
  </property>
  <property fmtid="{D5CDD505-2E9C-101B-9397-08002B2CF9AE}" pid="14" name="MSIP_Label_f42aa342-8706-4288-bd11-ebb85995028c_Name">
    <vt:lpwstr>General</vt:lpwstr>
  </property>
  <property fmtid="{D5CDD505-2E9C-101B-9397-08002B2CF9AE}" pid="15" name="MSIP_Label_f42aa342-8706-4288-bd11-ebb85995028c_Owner">
    <vt:lpwstr>maryfj@microsoft.com</vt:lpwstr>
  </property>
  <property fmtid="{D5CDD505-2E9C-101B-9397-08002B2CF9AE}" pid="16" name="MSIP_Label_f42aa342-8706-4288-bd11-ebb85995028c_Ref">
    <vt:lpwstr>https://api.informationprotection.azure.com/api/72f988bf-86f1-41af-91ab-2d7cd011db47</vt:lpwstr>
  </property>
  <property fmtid="{D5CDD505-2E9C-101B-9397-08002B2CF9AE}" pid="17" name="MSIP_Label_f42aa342-8706-4288-bd11-ebb85995028c_SetDate">
    <vt:lpwstr>2017-08-29T14:27:20.8568347-07:00</vt:lpwstr>
  </property>
  <property fmtid="{D5CDD505-2E9C-101B-9397-08002B2CF9AE}" pid="18" name="MSIP_Label_f42aa342-8706-4288-bd11-ebb85995028c_SiteId">
    <vt:lpwstr>72f988bf-86f1-41af-91ab-2d7cd011db47</vt:lpwstr>
  </property>
  <property fmtid="{D5CDD505-2E9C-101B-9397-08002B2CF9AE}" pid="19" name="MediaServiceImageTags">
    <vt:lpwstr/>
  </property>
  <property fmtid="{D5CDD505-2E9C-101B-9397-08002B2CF9AE}" pid="20" name="Notes">
    <vt:i4>34</vt:i4>
  </property>
  <property fmtid="{D5CDD505-2E9C-101B-9397-08002B2CF9AE}" pid="21" name="Order">
    <vt:r8>728100</vt:r8>
  </property>
  <property fmtid="{D5CDD505-2E9C-101B-9397-08002B2CF9AE}" pid="22" name="PresentationFormat">
    <vt:lpwstr>Widescreen</vt:lpwstr>
  </property>
  <property fmtid="{D5CDD505-2E9C-101B-9397-08002B2CF9AE}" pid="23" name="Product">
    <vt:lpwstr/>
  </property>
  <property fmtid="{D5CDD505-2E9C-101B-9397-08002B2CF9AE}" pid="24" name="Sensitivity">
    <vt:lpwstr>General</vt:lpwstr>
  </property>
  <property fmtid="{D5CDD505-2E9C-101B-9397-08002B2CF9AE}" pid="25" name="Slides">
    <vt:i4>35</vt:i4>
  </property>
  <property fmtid="{D5CDD505-2E9C-101B-9397-08002B2CF9AE}" pid="26" name="TaxCatchAll">
    <vt:lpwstr/>
  </property>
  <property fmtid="{D5CDD505-2E9C-101B-9397-08002B2CF9AE}" pid="27" name="TemplateUrl">
    <vt:lpwstr/>
  </property>
  <property fmtid="{D5CDD505-2E9C-101B-9397-08002B2CF9AE}" pid="28" name="Track">
    <vt:lpwstr/>
  </property>
  <property fmtid="{D5CDD505-2E9C-101B-9397-08002B2CF9AE}" pid="29" name="TriggerFlowInfo">
    <vt:lpwstr/>
  </property>
  <property fmtid="{D5CDD505-2E9C-101B-9397-08002B2CF9AE}" pid="30" name="_ExtendedDescription">
    <vt:lpwstr/>
  </property>
  <property fmtid="{D5CDD505-2E9C-101B-9397-08002B2CF9AE}" pid="31" name="lcf76f155ced4ddcb4097134ff3c332f">
    <vt:lpwstr/>
  </property>
  <property fmtid="{D5CDD505-2E9C-101B-9397-08002B2CF9AE}" pid="32" name="xd_ProgID">
    <vt:lpwstr/>
  </property>
  <property fmtid="{D5CDD505-2E9C-101B-9397-08002B2CF9AE}" pid="33" name="xd_Signature">
    <vt:bool>0</vt:bool>
  </property>
</Properties>
</file>